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y="6858000" cx="12188825"/>
  <p:notesSz cx="6858000" cy="9144000"/>
  <p:embeddedFontLst>
    <p:embeddedFont>
      <p:font typeface="Century Gothic"/>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orient="horz" pos="1008">
          <p15:clr>
            <a:srgbClr val="A4A3A4"/>
          </p15:clr>
        </p15:guide>
        <p15:guide id="3" orient="horz" pos="3792">
          <p15:clr>
            <a:srgbClr val="A4A3A4"/>
          </p15:clr>
        </p15:guide>
        <p15:guide id="4" orient="horz" pos="1152">
          <p15:clr>
            <a:srgbClr val="A4A3A4"/>
          </p15:clr>
        </p15:guide>
        <p15:guide id="5" orient="horz" pos="3360">
          <p15:clr>
            <a:srgbClr val="A4A3A4"/>
          </p15:clr>
        </p15:guide>
        <p15:guide id="6" orient="horz" pos="3072">
          <p15:clr>
            <a:srgbClr val="A4A3A4"/>
          </p15:clr>
        </p15:guide>
        <p15:guide id="7" orient="horz" pos="864">
          <p15:clr>
            <a:srgbClr val="A4A3A4"/>
          </p15:clr>
        </p15:guide>
        <p15:guide id="8" orient="horz" pos="528">
          <p15:clr>
            <a:srgbClr val="A4A3A4"/>
          </p15:clr>
        </p15:guide>
        <p15:guide id="9" orient="horz" pos="2784">
          <p15:clr>
            <a:srgbClr val="A4A3A4"/>
          </p15:clr>
        </p15:guide>
        <p15:guide id="10" pos="3839">
          <p15:clr>
            <a:srgbClr val="A4A3A4"/>
          </p15:clr>
        </p15:guide>
        <p15:guide id="11" pos="959">
          <p15:clr>
            <a:srgbClr val="A4A3A4"/>
          </p15:clr>
        </p15:guide>
        <p15:guide id="12" pos="7007">
          <p15:clr>
            <a:srgbClr val="A4A3A4"/>
          </p15:clr>
        </p15:guide>
        <p15:guide id="13" pos="6719">
          <p15:clr>
            <a:srgbClr val="A4A3A4"/>
          </p15:clr>
        </p15:guide>
        <p15:guide id="14" pos="6143">
          <p15:clr>
            <a:srgbClr val="A4A3A4"/>
          </p15:clr>
        </p15:guide>
        <p15:guide id="15" pos="3983">
          <p15:clr>
            <a:srgbClr val="A4A3A4"/>
          </p15:clr>
        </p15:guide>
        <p15:guide id="16" pos="527">
          <p15:clr>
            <a:srgbClr val="A4A3A4"/>
          </p15:clr>
        </p15:guide>
        <p15:guide id="17" pos="7151">
          <p15:clr>
            <a:srgbClr val="A4A3A4"/>
          </p15:clr>
        </p15:guide>
      </p15:sldGuideLst>
    </p:ext>
    <p:ext uri="{2D200454-40CA-4A62-9FC3-DE9A4176ACB9}">
      <p15:notesGuideLst>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996F816-988F-47CE-8CA3-8E303943E1F0}">
  <a:tblStyle styleId="{7996F816-988F-47CE-8CA3-8E303943E1F0}" styleName="Table_0">
    <a:wholeTbl>
      <a:tcTxStyle b="off" i="off">
        <a:font>
          <a:latin typeface="Century Gothic"/>
          <a:ea typeface="Century Gothic"/>
          <a:cs typeface="Century Gothic"/>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EE7EE"/>
          </a:solidFill>
        </a:fill>
      </a:tcStyle>
    </a:wholeTbl>
    <a:band1H>
      <a:tcTxStyle/>
      <a:tcStyle>
        <a:fill>
          <a:solidFill>
            <a:srgbClr val="DBCBDB"/>
          </a:solidFill>
        </a:fill>
      </a:tcStyle>
    </a:band1H>
    <a:band2H>
      <a:tcTxStyle/>
    </a:band2H>
    <a:band1V>
      <a:tcTxStyle/>
      <a:tcStyle>
        <a:fill>
          <a:solidFill>
            <a:srgbClr val="DBCBDB"/>
          </a:solidFill>
        </a:fill>
      </a:tcStyle>
    </a:band1V>
    <a:band2V>
      <a:tcTxStyle/>
    </a:band2V>
    <a:lastCol>
      <a:tcTxStyle b="on" i="off">
        <a:font>
          <a:latin typeface="Century Gothic"/>
          <a:ea typeface="Century Gothic"/>
          <a:cs typeface="Century Gothic"/>
        </a:font>
        <a:schemeClr val="lt1"/>
      </a:tcTxStyle>
      <a:tcStyle>
        <a:fill>
          <a:solidFill>
            <a:schemeClr val="accent1"/>
          </a:solidFill>
        </a:fill>
      </a:tcStyle>
    </a:lastCol>
    <a:firstCol>
      <a:tcTxStyle b="on" i="off">
        <a:font>
          <a:latin typeface="Century Gothic"/>
          <a:ea typeface="Century Gothic"/>
          <a:cs typeface="Century Gothic"/>
        </a:font>
        <a:schemeClr val="lt1"/>
      </a:tcTxStyle>
      <a:tcStyle>
        <a:fill>
          <a:solidFill>
            <a:schemeClr val="accent1"/>
          </a:solidFill>
        </a:fill>
      </a:tcStyle>
    </a:firstCol>
    <a:lastRow>
      <a:tcTxStyle b="on" i="off">
        <a:font>
          <a:latin typeface="Century Gothic"/>
          <a:ea typeface="Century Gothic"/>
          <a:cs typeface="Century Gothic"/>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entury Gothic"/>
          <a:ea typeface="Century Gothic"/>
          <a:cs typeface="Century Gothic"/>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1008" orient="horz"/>
        <p:guide pos="3792" orient="horz"/>
        <p:guide pos="1152" orient="horz"/>
        <p:guide pos="3360" orient="horz"/>
        <p:guide pos="3072" orient="horz"/>
        <p:guide pos="864" orient="horz"/>
        <p:guide pos="528" orient="horz"/>
        <p:guide pos="2784" orient="horz"/>
        <p:guide pos="3839"/>
        <p:guide pos="959"/>
        <p:guide pos="7007"/>
        <p:guide pos="6719"/>
        <p:guide pos="6143"/>
        <p:guide pos="3983"/>
        <p:guide pos="527"/>
        <p:guide pos="7151"/>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20" Type="http://schemas.openxmlformats.org/officeDocument/2006/relationships/font" Target="fonts/CenturyGothic-regular.fntdata"/><Relationship Id="rId11" Type="http://schemas.openxmlformats.org/officeDocument/2006/relationships/slide" Target="slides/slide5.xml"/><Relationship Id="rId22" Type="http://schemas.openxmlformats.org/officeDocument/2006/relationships/font" Target="fonts/CenturyGothic-italic.fntdata"/><Relationship Id="rId10" Type="http://schemas.openxmlformats.org/officeDocument/2006/relationships/slide" Target="slides/slide4.xml"/><Relationship Id="rId21" Type="http://schemas.openxmlformats.org/officeDocument/2006/relationships/font" Target="fonts/CenturyGothic-bold.fntdata"/><Relationship Id="rId13" Type="http://schemas.openxmlformats.org/officeDocument/2006/relationships/slide" Target="slides/slide7.xml"/><Relationship Id="rId12" Type="http://schemas.openxmlformats.org/officeDocument/2006/relationships/slide" Target="slides/slide6.xml"/><Relationship Id="rId23" Type="http://schemas.openxmlformats.org/officeDocument/2006/relationships/font" Target="fonts/CenturyGothic-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5" name="Google Shape;5;n"/>
          <p:cNvSpPr/>
          <p:nvPr>
            <p:ph idx="3"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entury Gothic"/>
                <a:ea typeface="Century Gothic"/>
                <a:cs typeface="Century Gothic"/>
                <a:sym typeface="Century Gothic"/>
              </a:defRPr>
            </a:lvl1pPr>
            <a:lvl2pPr indent="-228600" lvl="1" marL="914400" marR="0" rtl="0" algn="l">
              <a:spcBef>
                <a:spcPts val="0"/>
              </a:spcBef>
              <a:spcAft>
                <a:spcPts val="0"/>
              </a:spcAft>
              <a:buSzPts val="1400"/>
              <a:buNone/>
              <a:defRPr b="0" i="0" sz="1200" u="none" cap="none" strike="noStrike">
                <a:solidFill>
                  <a:schemeClr val="dk1"/>
                </a:solidFill>
                <a:latin typeface="Century Gothic"/>
                <a:ea typeface="Century Gothic"/>
                <a:cs typeface="Century Gothic"/>
                <a:sym typeface="Century Gothic"/>
              </a:defRPr>
            </a:lvl2pPr>
            <a:lvl3pPr indent="-228600" lvl="2" marL="1371600" marR="0" rtl="0" algn="l">
              <a:spcBef>
                <a:spcPts val="0"/>
              </a:spcBef>
              <a:spcAft>
                <a:spcPts val="0"/>
              </a:spcAft>
              <a:buSzPts val="1400"/>
              <a:buNone/>
              <a:defRPr b="0" i="0" sz="1200" u="none" cap="none" strike="noStrike">
                <a:solidFill>
                  <a:schemeClr val="dk1"/>
                </a:solidFill>
                <a:latin typeface="Century Gothic"/>
                <a:ea typeface="Century Gothic"/>
                <a:cs typeface="Century Gothic"/>
                <a:sym typeface="Century Gothic"/>
              </a:defRPr>
            </a:lvl3pPr>
            <a:lvl4pPr indent="-228600" lvl="3" marL="1828800" marR="0" rtl="0" algn="l">
              <a:spcBef>
                <a:spcPts val="0"/>
              </a:spcBef>
              <a:spcAft>
                <a:spcPts val="0"/>
              </a:spcAft>
              <a:buSzPts val="1400"/>
              <a:buNone/>
              <a:defRPr b="0" i="0" sz="1200" u="none" cap="none" strike="noStrike">
                <a:solidFill>
                  <a:schemeClr val="dk1"/>
                </a:solidFill>
                <a:latin typeface="Century Gothic"/>
                <a:ea typeface="Century Gothic"/>
                <a:cs typeface="Century Gothic"/>
                <a:sym typeface="Century Gothic"/>
              </a:defRPr>
            </a:lvl4pPr>
            <a:lvl5pPr indent="-228600" lvl="4" marL="2286000" marR="0" rtl="0" algn="l">
              <a:spcBef>
                <a:spcPts val="0"/>
              </a:spcBef>
              <a:spcAft>
                <a:spcPts val="0"/>
              </a:spcAft>
              <a:buSzPts val="1400"/>
              <a:buNone/>
              <a:defRPr b="0" i="0" sz="1200" u="none" cap="none" strike="noStrike">
                <a:solidFill>
                  <a:schemeClr val="dk1"/>
                </a:solidFill>
                <a:latin typeface="Century Gothic"/>
                <a:ea typeface="Century Gothic"/>
                <a:cs typeface="Century Gothic"/>
                <a:sym typeface="Century Gothic"/>
              </a:defRPr>
            </a:lvl5pPr>
            <a:lvl6pPr indent="-228600" lvl="5" marL="2743200" marR="0" rtl="0" algn="l">
              <a:spcBef>
                <a:spcPts val="0"/>
              </a:spcBef>
              <a:spcAft>
                <a:spcPts val="0"/>
              </a:spcAft>
              <a:buSzPts val="1400"/>
              <a:buNone/>
              <a:defRPr b="0" i="0" sz="1200" u="none" cap="none" strike="noStrike">
                <a:solidFill>
                  <a:schemeClr val="dk1"/>
                </a:solidFill>
                <a:latin typeface="Century Gothic"/>
                <a:ea typeface="Century Gothic"/>
                <a:cs typeface="Century Gothic"/>
                <a:sym typeface="Century Gothic"/>
              </a:defRPr>
            </a:lvl6pPr>
            <a:lvl7pPr indent="-228600" lvl="6" marL="3200400" marR="0" rtl="0" algn="l">
              <a:spcBef>
                <a:spcPts val="0"/>
              </a:spcBef>
              <a:spcAft>
                <a:spcPts val="0"/>
              </a:spcAft>
              <a:buSzPts val="1400"/>
              <a:buNone/>
              <a:defRPr b="0" i="0" sz="1200" u="none" cap="none" strike="noStrike">
                <a:solidFill>
                  <a:schemeClr val="dk1"/>
                </a:solidFill>
                <a:latin typeface="Century Gothic"/>
                <a:ea typeface="Century Gothic"/>
                <a:cs typeface="Century Gothic"/>
                <a:sym typeface="Century Gothic"/>
              </a:defRPr>
            </a:lvl7pPr>
            <a:lvl8pPr indent="-228600" lvl="7" marL="3657600" marR="0" rtl="0" algn="l">
              <a:spcBef>
                <a:spcPts val="0"/>
              </a:spcBef>
              <a:spcAft>
                <a:spcPts val="0"/>
              </a:spcAft>
              <a:buSzPts val="1400"/>
              <a:buNone/>
              <a:defRPr b="0" i="0" sz="1200" u="none" cap="none" strike="noStrike">
                <a:solidFill>
                  <a:schemeClr val="dk1"/>
                </a:solidFill>
                <a:latin typeface="Century Gothic"/>
                <a:ea typeface="Century Gothic"/>
                <a:cs typeface="Century Gothic"/>
                <a:sym typeface="Century Gothic"/>
              </a:defRPr>
            </a:lvl8pPr>
            <a:lvl9pPr indent="-228600" lvl="8" marL="4114800" marR="0" rtl="0" algn="l">
              <a:spcBef>
                <a:spcPts val="0"/>
              </a:spcBef>
              <a:spcAft>
                <a:spcPts val="0"/>
              </a:spcAft>
              <a:buSzPts val="1400"/>
              <a:buNone/>
              <a:defRPr b="0" i="0" sz="1200" u="none" cap="none" strike="noStrike">
                <a:solidFill>
                  <a:schemeClr val="dk1"/>
                </a:solidFill>
                <a:latin typeface="Century Gothic"/>
                <a:ea typeface="Century Gothic"/>
                <a:cs typeface="Century Gothic"/>
                <a:sym typeface="Century Gothic"/>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entury Gothic"/>
                <a:ea typeface="Century Gothic"/>
                <a:cs typeface="Century Gothic"/>
                <a:sym typeface="Century Gothic"/>
              </a:rPr>
              <a:t>‹#›</a:t>
            </a:fld>
            <a:endParaRPr b="0" i="0" sz="1200" u="none" cap="none" strike="noStrike">
              <a:solidFill>
                <a:schemeClr val="dk1"/>
              </a:solidFill>
              <a:latin typeface="Century Gothic"/>
              <a:ea typeface="Century Gothic"/>
              <a:cs typeface="Century Gothic"/>
              <a:sym typeface="Century Gothic"/>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 name="Google Shape;107;p1: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p2: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d79e0f4b86_0_4:notes"/>
          <p:cNvSpPr/>
          <p:nvPr>
            <p:ph idx="2" type="sldImg"/>
          </p:nvPr>
        </p:nvSpPr>
        <p:spPr>
          <a:xfrm>
            <a:off x="382588" y="685800"/>
            <a:ext cx="60927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d79e0f4b86_0_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 name="Google Shape;125;g3d79e0f4b86_0_4: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d79e0f4b86_0_14:notes"/>
          <p:cNvSpPr/>
          <p:nvPr>
            <p:ph idx="2" type="sldImg"/>
          </p:nvPr>
        </p:nvSpPr>
        <p:spPr>
          <a:xfrm>
            <a:off x="382588" y="685800"/>
            <a:ext cx="60927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d79e0f4b86_0_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g3d79e0f4b86_0_14: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d79e0f4b86_0_26:notes"/>
          <p:cNvSpPr/>
          <p:nvPr>
            <p:ph idx="2" type="sldImg"/>
          </p:nvPr>
        </p:nvSpPr>
        <p:spPr>
          <a:xfrm>
            <a:off x="382588" y="685800"/>
            <a:ext cx="60927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d79e0f4b86_0_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g3d79e0f4b86_0_26: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d79e0f4b86_0_37:notes"/>
          <p:cNvSpPr/>
          <p:nvPr>
            <p:ph idx="2" type="sldImg"/>
          </p:nvPr>
        </p:nvSpPr>
        <p:spPr>
          <a:xfrm>
            <a:off x="382588" y="685800"/>
            <a:ext cx="60927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d79e0f4b86_0_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g3d79e0f4b86_0_37: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d79e0f4b86_0_323:notes"/>
          <p:cNvSpPr/>
          <p:nvPr>
            <p:ph idx="2" type="sldImg"/>
          </p:nvPr>
        </p:nvSpPr>
        <p:spPr>
          <a:xfrm>
            <a:off x="382588" y="685800"/>
            <a:ext cx="60927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d79e0f4b86_0_3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 name="Google Shape;169;g3d79e0f4b86_0_323: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d79e0f4b86_0_391:notes"/>
          <p:cNvSpPr/>
          <p:nvPr>
            <p:ph idx="2" type="sldImg"/>
          </p:nvPr>
        </p:nvSpPr>
        <p:spPr>
          <a:xfrm>
            <a:off x="382588" y="685800"/>
            <a:ext cx="60927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3d79e0f4b86_0_39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6" name="Google Shape;236;g3d79e0f4b86_0_391: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d79e0f4b86_0_420:notes"/>
          <p:cNvSpPr/>
          <p:nvPr>
            <p:ph idx="2" type="sldImg"/>
          </p:nvPr>
        </p:nvSpPr>
        <p:spPr>
          <a:xfrm>
            <a:off x="382588" y="685800"/>
            <a:ext cx="60927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3d79e0f4b86_0_4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8" name="Google Shape;258;g3d79e0f4b86_0_42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d79e0f4b86_0_473:notes"/>
          <p:cNvSpPr/>
          <p:nvPr>
            <p:ph idx="2" type="sldImg"/>
          </p:nvPr>
        </p:nvSpPr>
        <p:spPr>
          <a:xfrm>
            <a:off x="382588" y="685800"/>
            <a:ext cx="60927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3d79e0f4b86_0_47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0" name="Google Shape;310;g3d79e0f4b86_0_473: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d79e0f4b86_0_498:notes"/>
          <p:cNvSpPr/>
          <p:nvPr>
            <p:ph idx="2" type="sldImg"/>
          </p:nvPr>
        </p:nvSpPr>
        <p:spPr>
          <a:xfrm>
            <a:off x="382588" y="685800"/>
            <a:ext cx="60927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3d79e0f4b86_0_49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5" name="Google Shape;325;g3d79e0f4b86_0_498: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0" name="Google Shape;340;p4: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6" name="Google Shape;346;p5: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8" name="Shape 38"/>
        <p:cNvGrpSpPr/>
        <p:nvPr/>
      </p:nvGrpSpPr>
      <p:grpSpPr>
        <a:xfrm>
          <a:off x="0" y="0"/>
          <a:ext cx="0" cy="0"/>
          <a:chOff x="0" y="0"/>
          <a:chExt cx="0" cy="0"/>
        </a:xfrm>
      </p:grpSpPr>
      <p:sp>
        <p:nvSpPr>
          <p:cNvPr id="39" name="Google Shape;39;p2"/>
          <p:cNvSpPr txBox="1"/>
          <p:nvPr>
            <p:ph type="title"/>
          </p:nvPr>
        </p:nvSpPr>
        <p:spPr>
          <a:xfrm>
            <a:off x="1522414" y="533400"/>
            <a:ext cx="9601200" cy="11430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2"/>
          <p:cNvSpPr txBox="1"/>
          <p:nvPr>
            <p:ph idx="1" type="body"/>
          </p:nvPr>
        </p:nvSpPr>
        <p:spPr>
          <a:xfrm>
            <a:off x="1522414" y="1828800"/>
            <a:ext cx="9601200" cy="41910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800"/>
              </a:spcBef>
              <a:spcAft>
                <a:spcPts val="0"/>
              </a:spcAft>
              <a:buSzPts val="1800"/>
              <a:buChar char="•"/>
              <a:defRPr/>
            </a:lvl1pPr>
            <a:lvl2pPr indent="-342900" lvl="1" marL="914400" algn="l">
              <a:lnSpc>
                <a:spcPct val="90000"/>
              </a:lnSpc>
              <a:spcBef>
                <a:spcPts val="800"/>
              </a:spcBef>
              <a:spcAft>
                <a:spcPts val="0"/>
              </a:spcAft>
              <a:buClr>
                <a:schemeClr val="accent2"/>
              </a:buClr>
              <a:buSzPts val="1800"/>
              <a:buChar char="–"/>
              <a:defRPr/>
            </a:lvl2pPr>
            <a:lvl3pPr indent="-342900" lvl="2" marL="1371600" algn="l">
              <a:lnSpc>
                <a:spcPct val="90000"/>
              </a:lnSpc>
              <a:spcBef>
                <a:spcPts val="600"/>
              </a:spcBef>
              <a:spcAft>
                <a:spcPts val="0"/>
              </a:spcAft>
              <a:buSzPts val="1800"/>
              <a:buChar char="•"/>
              <a:defRPr/>
            </a:lvl3pPr>
            <a:lvl4pPr indent="-342900" lvl="3" marL="1828800" algn="l">
              <a:lnSpc>
                <a:spcPct val="90000"/>
              </a:lnSpc>
              <a:spcBef>
                <a:spcPts val="600"/>
              </a:spcBef>
              <a:spcAft>
                <a:spcPts val="0"/>
              </a:spcAft>
              <a:buSzPts val="1800"/>
              <a:buChar char="–"/>
              <a:defRPr/>
            </a:lvl4pPr>
            <a:lvl5pPr indent="-317500" lvl="4" marL="2286000" algn="l">
              <a:lnSpc>
                <a:spcPct val="90000"/>
              </a:lnSpc>
              <a:spcBef>
                <a:spcPts val="600"/>
              </a:spcBef>
              <a:spcAft>
                <a:spcPts val="0"/>
              </a:spcAft>
              <a:buSzPts val="1400"/>
              <a:buChar char="•"/>
              <a:defRPr/>
            </a:lvl5pPr>
            <a:lvl6pPr indent="-317500" lvl="5" marL="2743200" algn="l">
              <a:lnSpc>
                <a:spcPct val="90000"/>
              </a:lnSpc>
              <a:spcBef>
                <a:spcPts val="600"/>
              </a:spcBef>
              <a:spcAft>
                <a:spcPts val="0"/>
              </a:spcAft>
              <a:buClr>
                <a:schemeClr val="accent2"/>
              </a:buClr>
              <a:buSzPts val="1400"/>
              <a:buChar char="–"/>
              <a:defRPr/>
            </a:lvl6pPr>
            <a:lvl7pPr indent="-317500" lvl="6" marL="3200400" algn="l">
              <a:lnSpc>
                <a:spcPct val="90000"/>
              </a:lnSpc>
              <a:spcBef>
                <a:spcPts val="600"/>
              </a:spcBef>
              <a:spcAft>
                <a:spcPts val="0"/>
              </a:spcAft>
              <a:buClr>
                <a:schemeClr val="accent2"/>
              </a:buClr>
              <a:buSzPts val="1400"/>
              <a:buChar char="•"/>
              <a:defRPr/>
            </a:lvl7pPr>
            <a:lvl8pPr indent="-317500" lvl="7" marL="3657600" algn="l">
              <a:lnSpc>
                <a:spcPct val="90000"/>
              </a:lnSpc>
              <a:spcBef>
                <a:spcPts val="600"/>
              </a:spcBef>
              <a:spcAft>
                <a:spcPts val="0"/>
              </a:spcAft>
              <a:buClr>
                <a:schemeClr val="accent2"/>
              </a:buClr>
              <a:buSzPts val="1400"/>
              <a:buChar char="–"/>
              <a:defRPr/>
            </a:lvl8pPr>
            <a:lvl9pPr indent="-317500" lvl="8" marL="4114800" algn="l">
              <a:lnSpc>
                <a:spcPct val="90000"/>
              </a:lnSpc>
              <a:spcBef>
                <a:spcPts val="600"/>
              </a:spcBef>
              <a:spcAft>
                <a:spcPts val="0"/>
              </a:spcAft>
              <a:buClr>
                <a:schemeClr val="accent2"/>
              </a:buClr>
              <a:buSzPts val="1400"/>
              <a:buChar char="•"/>
              <a:defRPr/>
            </a:lvl9pPr>
          </a:lstStyle>
          <a:p/>
        </p:txBody>
      </p:sp>
      <p:sp>
        <p:nvSpPr>
          <p:cNvPr id="41" name="Google Shape;41;p2"/>
          <p:cNvSpPr txBox="1"/>
          <p:nvPr>
            <p:ph idx="11" type="ftr"/>
          </p:nvPr>
        </p:nvSpPr>
        <p:spPr>
          <a:xfrm>
            <a:off x="1517950" y="6172200"/>
            <a:ext cx="6862462" cy="273049"/>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2"/>
          <p:cNvSpPr txBox="1"/>
          <p:nvPr>
            <p:ph idx="10" type="dt"/>
          </p:nvPr>
        </p:nvSpPr>
        <p:spPr>
          <a:xfrm>
            <a:off x="8609012" y="6172200"/>
            <a:ext cx="1320059" cy="273049"/>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
          <p:cNvSpPr txBox="1"/>
          <p:nvPr>
            <p:ph idx="12" type="sldNum"/>
          </p:nvPr>
        </p:nvSpPr>
        <p:spPr>
          <a:xfrm>
            <a:off x="10133012" y="6172200"/>
            <a:ext cx="990601" cy="273049"/>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44" name="Shape 44"/>
        <p:cNvGrpSpPr/>
        <p:nvPr/>
      </p:nvGrpSpPr>
      <p:grpSpPr>
        <a:xfrm>
          <a:off x="0" y="0"/>
          <a:ext cx="0" cy="0"/>
          <a:chOff x="0" y="0"/>
          <a:chExt cx="0" cy="0"/>
        </a:xfrm>
      </p:grpSpPr>
      <p:sp>
        <p:nvSpPr>
          <p:cNvPr id="45" name="Google Shape;45;p3"/>
          <p:cNvSpPr txBox="1"/>
          <p:nvPr>
            <p:ph type="ctrTitle"/>
          </p:nvPr>
        </p:nvSpPr>
        <p:spPr>
          <a:xfrm>
            <a:off x="1522413" y="1371600"/>
            <a:ext cx="9144000" cy="3505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2"/>
              </a:buClr>
              <a:buSzPts val="7200"/>
              <a:buFont typeface="Century Gothic"/>
              <a:buNone/>
              <a:defRPr sz="7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3"/>
          <p:cNvSpPr txBox="1"/>
          <p:nvPr>
            <p:ph idx="1" type="subTitle"/>
          </p:nvPr>
        </p:nvSpPr>
        <p:spPr>
          <a:xfrm>
            <a:off x="1522413" y="4953000"/>
            <a:ext cx="8229600" cy="10668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SzPts val="2400"/>
              <a:buNone/>
              <a:defRPr sz="2400">
                <a:solidFill>
                  <a:schemeClr val="dk1"/>
                </a:solidFill>
              </a:defRPr>
            </a:lvl1pPr>
            <a:lvl2pPr lvl="1" algn="ctr">
              <a:lnSpc>
                <a:spcPct val="90000"/>
              </a:lnSpc>
              <a:spcBef>
                <a:spcPts val="800"/>
              </a:spcBef>
              <a:spcAft>
                <a:spcPts val="0"/>
              </a:spcAft>
              <a:buSzPts val="1800"/>
              <a:buNone/>
              <a:defRPr>
                <a:solidFill>
                  <a:srgbClr val="888888"/>
                </a:solidFill>
              </a:defRPr>
            </a:lvl2pPr>
            <a:lvl3pPr lvl="2" algn="ctr">
              <a:lnSpc>
                <a:spcPct val="90000"/>
              </a:lnSpc>
              <a:spcBef>
                <a:spcPts val="600"/>
              </a:spcBef>
              <a:spcAft>
                <a:spcPts val="0"/>
              </a:spcAft>
              <a:buSzPts val="1600"/>
              <a:buNone/>
              <a:defRPr>
                <a:solidFill>
                  <a:srgbClr val="888888"/>
                </a:solidFill>
              </a:defRPr>
            </a:lvl3pPr>
            <a:lvl4pPr lvl="3" algn="ctr">
              <a:lnSpc>
                <a:spcPct val="90000"/>
              </a:lnSpc>
              <a:spcBef>
                <a:spcPts val="600"/>
              </a:spcBef>
              <a:spcAft>
                <a:spcPts val="0"/>
              </a:spcAft>
              <a:buSzPts val="1400"/>
              <a:buNone/>
              <a:defRPr>
                <a:solidFill>
                  <a:srgbClr val="888888"/>
                </a:solidFill>
              </a:defRPr>
            </a:lvl4pPr>
            <a:lvl5pPr lvl="4" algn="ctr">
              <a:lnSpc>
                <a:spcPct val="90000"/>
              </a:lnSpc>
              <a:spcBef>
                <a:spcPts val="600"/>
              </a:spcBef>
              <a:spcAft>
                <a:spcPts val="0"/>
              </a:spcAft>
              <a:buSzPts val="1400"/>
              <a:buNone/>
              <a:defRPr>
                <a:solidFill>
                  <a:srgbClr val="888888"/>
                </a:solidFill>
              </a:defRPr>
            </a:lvl5pPr>
            <a:lvl6pPr lvl="5" algn="ctr">
              <a:lnSpc>
                <a:spcPct val="90000"/>
              </a:lnSpc>
              <a:spcBef>
                <a:spcPts val="600"/>
              </a:spcBef>
              <a:spcAft>
                <a:spcPts val="0"/>
              </a:spcAft>
              <a:buClr>
                <a:srgbClr val="888888"/>
              </a:buClr>
              <a:buSzPts val="1400"/>
              <a:buNone/>
              <a:defRPr>
                <a:solidFill>
                  <a:srgbClr val="888888"/>
                </a:solidFill>
              </a:defRPr>
            </a:lvl6pPr>
            <a:lvl7pPr lvl="6" algn="ctr">
              <a:lnSpc>
                <a:spcPct val="90000"/>
              </a:lnSpc>
              <a:spcBef>
                <a:spcPts val="600"/>
              </a:spcBef>
              <a:spcAft>
                <a:spcPts val="0"/>
              </a:spcAft>
              <a:buClr>
                <a:srgbClr val="888888"/>
              </a:buClr>
              <a:buSzPts val="1400"/>
              <a:buNone/>
              <a:defRPr>
                <a:solidFill>
                  <a:srgbClr val="888888"/>
                </a:solidFill>
              </a:defRPr>
            </a:lvl7pPr>
            <a:lvl8pPr lvl="7" algn="ctr">
              <a:lnSpc>
                <a:spcPct val="90000"/>
              </a:lnSpc>
              <a:spcBef>
                <a:spcPts val="600"/>
              </a:spcBef>
              <a:spcAft>
                <a:spcPts val="0"/>
              </a:spcAft>
              <a:buClr>
                <a:srgbClr val="888888"/>
              </a:buClr>
              <a:buSzPts val="1400"/>
              <a:buNone/>
              <a:defRPr>
                <a:solidFill>
                  <a:srgbClr val="888888"/>
                </a:solidFill>
              </a:defRPr>
            </a:lvl8pPr>
            <a:lvl9pPr lvl="8" algn="ctr">
              <a:lnSpc>
                <a:spcPct val="90000"/>
              </a:lnSpc>
              <a:spcBef>
                <a:spcPts val="600"/>
              </a:spcBef>
              <a:spcAft>
                <a:spcPts val="0"/>
              </a:spcAft>
              <a:buClr>
                <a:srgbClr val="888888"/>
              </a:buClr>
              <a:buSzPts val="1400"/>
              <a:buNone/>
              <a:defRPr>
                <a:solidFill>
                  <a:srgbClr val="888888"/>
                </a:solidFill>
              </a:defRPr>
            </a:lvl9pPr>
          </a:lstStyle>
          <a:p/>
        </p:txBody>
      </p:sp>
      <p:sp>
        <p:nvSpPr>
          <p:cNvPr id="47" name="Google Shape;47;p3"/>
          <p:cNvSpPr txBox="1"/>
          <p:nvPr>
            <p:ph idx="11" type="ftr"/>
          </p:nvPr>
        </p:nvSpPr>
        <p:spPr>
          <a:xfrm>
            <a:off x="1517950" y="6172200"/>
            <a:ext cx="6862462" cy="273049"/>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
          <p:cNvSpPr txBox="1"/>
          <p:nvPr>
            <p:ph idx="10" type="dt"/>
          </p:nvPr>
        </p:nvSpPr>
        <p:spPr>
          <a:xfrm>
            <a:off x="8609012" y="6172200"/>
            <a:ext cx="1320059" cy="273049"/>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3"/>
          <p:cNvSpPr txBox="1"/>
          <p:nvPr>
            <p:ph idx="12" type="sldNum"/>
          </p:nvPr>
        </p:nvSpPr>
        <p:spPr>
          <a:xfrm>
            <a:off x="10133012" y="6172200"/>
            <a:ext cx="990601" cy="273049"/>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0" name="Shape 50"/>
        <p:cNvGrpSpPr/>
        <p:nvPr/>
      </p:nvGrpSpPr>
      <p:grpSpPr>
        <a:xfrm>
          <a:off x="0" y="0"/>
          <a:ext cx="0" cy="0"/>
          <a:chOff x="0" y="0"/>
          <a:chExt cx="0" cy="0"/>
        </a:xfrm>
      </p:grpSpPr>
      <p:sp>
        <p:nvSpPr>
          <p:cNvPr id="51" name="Google Shape;51;p4"/>
          <p:cNvSpPr txBox="1"/>
          <p:nvPr>
            <p:ph type="title"/>
          </p:nvPr>
        </p:nvSpPr>
        <p:spPr>
          <a:xfrm>
            <a:off x="1522414" y="2514601"/>
            <a:ext cx="9144000" cy="28194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2"/>
              </a:buClr>
              <a:buSzPts val="6600"/>
              <a:buFont typeface="Century Gothic"/>
              <a:buNone/>
              <a:defRPr b="0" i="0" sz="66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4"/>
          <p:cNvSpPr txBox="1"/>
          <p:nvPr>
            <p:ph idx="1" type="body"/>
          </p:nvPr>
        </p:nvSpPr>
        <p:spPr>
          <a:xfrm>
            <a:off x="1522413" y="990600"/>
            <a:ext cx="8229600" cy="11430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0"/>
              </a:spcBef>
              <a:spcAft>
                <a:spcPts val="0"/>
              </a:spcAft>
              <a:buSzPts val="2400"/>
              <a:buNone/>
              <a:defRPr sz="2400">
                <a:solidFill>
                  <a:schemeClr val="dk1"/>
                </a:solidFill>
              </a:defRPr>
            </a:lvl1pPr>
            <a:lvl2pPr indent="-228600" lvl="1" marL="914400" algn="l">
              <a:lnSpc>
                <a:spcPct val="90000"/>
              </a:lnSpc>
              <a:spcBef>
                <a:spcPts val="800"/>
              </a:spcBef>
              <a:spcAft>
                <a:spcPts val="0"/>
              </a:spcAft>
              <a:buSzPts val="1800"/>
              <a:buNone/>
              <a:defRPr sz="1800">
                <a:solidFill>
                  <a:srgbClr val="888888"/>
                </a:solidFill>
              </a:defRPr>
            </a:lvl2pPr>
            <a:lvl3pPr indent="-228600" lvl="2" marL="1371600" algn="l">
              <a:lnSpc>
                <a:spcPct val="90000"/>
              </a:lnSpc>
              <a:spcBef>
                <a:spcPts val="600"/>
              </a:spcBef>
              <a:spcAft>
                <a:spcPts val="0"/>
              </a:spcAft>
              <a:buSzPts val="1600"/>
              <a:buNone/>
              <a:defRPr sz="1600">
                <a:solidFill>
                  <a:srgbClr val="888888"/>
                </a:solidFill>
              </a:defRPr>
            </a:lvl3pPr>
            <a:lvl4pPr indent="-228600" lvl="3" marL="1828800" algn="l">
              <a:lnSpc>
                <a:spcPct val="90000"/>
              </a:lnSpc>
              <a:spcBef>
                <a:spcPts val="600"/>
              </a:spcBef>
              <a:spcAft>
                <a:spcPts val="0"/>
              </a:spcAft>
              <a:buSzPts val="1400"/>
              <a:buNone/>
              <a:defRPr sz="1400">
                <a:solidFill>
                  <a:srgbClr val="888888"/>
                </a:solidFill>
              </a:defRPr>
            </a:lvl4pPr>
            <a:lvl5pPr indent="-228600" lvl="4" marL="2286000" algn="l">
              <a:lnSpc>
                <a:spcPct val="90000"/>
              </a:lnSpc>
              <a:spcBef>
                <a:spcPts val="600"/>
              </a:spcBef>
              <a:spcAft>
                <a:spcPts val="0"/>
              </a:spcAft>
              <a:buSzPts val="1400"/>
              <a:buNone/>
              <a:defRPr sz="1400">
                <a:solidFill>
                  <a:srgbClr val="888888"/>
                </a:solidFill>
              </a:defRPr>
            </a:lvl5pPr>
            <a:lvl6pPr indent="-228600" lvl="5" marL="2743200" algn="l">
              <a:lnSpc>
                <a:spcPct val="90000"/>
              </a:lnSpc>
              <a:spcBef>
                <a:spcPts val="600"/>
              </a:spcBef>
              <a:spcAft>
                <a:spcPts val="0"/>
              </a:spcAft>
              <a:buClr>
                <a:srgbClr val="888888"/>
              </a:buClr>
              <a:buSzPts val="1400"/>
              <a:buNone/>
              <a:defRPr sz="1400">
                <a:solidFill>
                  <a:srgbClr val="888888"/>
                </a:solidFill>
              </a:defRPr>
            </a:lvl6pPr>
            <a:lvl7pPr indent="-228600" lvl="6" marL="3200400" algn="l">
              <a:lnSpc>
                <a:spcPct val="90000"/>
              </a:lnSpc>
              <a:spcBef>
                <a:spcPts val="600"/>
              </a:spcBef>
              <a:spcAft>
                <a:spcPts val="0"/>
              </a:spcAft>
              <a:buClr>
                <a:srgbClr val="888888"/>
              </a:buClr>
              <a:buSzPts val="1400"/>
              <a:buNone/>
              <a:defRPr sz="1400">
                <a:solidFill>
                  <a:srgbClr val="888888"/>
                </a:solidFill>
              </a:defRPr>
            </a:lvl7pPr>
            <a:lvl8pPr indent="-228600" lvl="7" marL="3657600" algn="l">
              <a:lnSpc>
                <a:spcPct val="90000"/>
              </a:lnSpc>
              <a:spcBef>
                <a:spcPts val="600"/>
              </a:spcBef>
              <a:spcAft>
                <a:spcPts val="0"/>
              </a:spcAft>
              <a:buClr>
                <a:srgbClr val="888888"/>
              </a:buClr>
              <a:buSzPts val="1400"/>
              <a:buNone/>
              <a:defRPr sz="1400">
                <a:solidFill>
                  <a:srgbClr val="888888"/>
                </a:solidFill>
              </a:defRPr>
            </a:lvl8pPr>
            <a:lvl9pPr indent="-228600" lvl="8" marL="4114800" algn="l">
              <a:lnSpc>
                <a:spcPct val="90000"/>
              </a:lnSpc>
              <a:spcBef>
                <a:spcPts val="600"/>
              </a:spcBef>
              <a:spcAft>
                <a:spcPts val="0"/>
              </a:spcAft>
              <a:buClr>
                <a:srgbClr val="888888"/>
              </a:buClr>
              <a:buSzPts val="1400"/>
              <a:buNone/>
              <a:defRPr sz="1400">
                <a:solidFill>
                  <a:srgbClr val="888888"/>
                </a:solidFill>
              </a:defRPr>
            </a:lvl9pPr>
          </a:lstStyle>
          <a:p/>
        </p:txBody>
      </p:sp>
      <p:sp>
        <p:nvSpPr>
          <p:cNvPr id="53" name="Google Shape;53;p4"/>
          <p:cNvSpPr txBox="1"/>
          <p:nvPr>
            <p:ph idx="11" type="ftr"/>
          </p:nvPr>
        </p:nvSpPr>
        <p:spPr>
          <a:xfrm>
            <a:off x="1517950" y="6172200"/>
            <a:ext cx="6862462" cy="273049"/>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4"/>
          <p:cNvSpPr txBox="1"/>
          <p:nvPr>
            <p:ph idx="10" type="dt"/>
          </p:nvPr>
        </p:nvSpPr>
        <p:spPr>
          <a:xfrm>
            <a:off x="8609012" y="6172200"/>
            <a:ext cx="1320059" cy="273049"/>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4"/>
          <p:cNvSpPr txBox="1"/>
          <p:nvPr>
            <p:ph idx="12" type="sldNum"/>
          </p:nvPr>
        </p:nvSpPr>
        <p:spPr>
          <a:xfrm>
            <a:off x="10133012" y="6172200"/>
            <a:ext cx="990601" cy="273049"/>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6" name="Shape 56"/>
        <p:cNvGrpSpPr/>
        <p:nvPr/>
      </p:nvGrpSpPr>
      <p:grpSpPr>
        <a:xfrm>
          <a:off x="0" y="0"/>
          <a:ext cx="0" cy="0"/>
          <a:chOff x="0" y="0"/>
          <a:chExt cx="0" cy="0"/>
        </a:xfrm>
      </p:grpSpPr>
      <p:sp>
        <p:nvSpPr>
          <p:cNvPr id="57" name="Google Shape;57;p5"/>
          <p:cNvSpPr txBox="1"/>
          <p:nvPr>
            <p:ph type="title"/>
          </p:nvPr>
        </p:nvSpPr>
        <p:spPr>
          <a:xfrm>
            <a:off x="1522414" y="533400"/>
            <a:ext cx="9601200" cy="11430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 name="Google Shape;58;p5"/>
          <p:cNvSpPr txBox="1"/>
          <p:nvPr>
            <p:ph idx="1" type="body"/>
          </p:nvPr>
        </p:nvSpPr>
        <p:spPr>
          <a:xfrm>
            <a:off x="1522414" y="1828800"/>
            <a:ext cx="4645152" cy="4191000"/>
          </a:xfrm>
          <a:prstGeom prst="rect">
            <a:avLst/>
          </a:prstGeom>
          <a:noFill/>
          <a:ln>
            <a:noFill/>
          </a:ln>
        </p:spPr>
        <p:txBody>
          <a:bodyPr anchorCtr="0" anchor="t" bIns="45700" lIns="91425" spcFirstLastPara="1" rIns="91425" wrap="square" tIns="45700">
            <a:normAutofit/>
          </a:bodyPr>
          <a:lstStyle>
            <a:lvl1pPr indent="-355600" lvl="0" marL="457200" algn="l">
              <a:lnSpc>
                <a:spcPct val="90000"/>
              </a:lnSpc>
              <a:spcBef>
                <a:spcPts val="1800"/>
              </a:spcBef>
              <a:spcAft>
                <a:spcPts val="0"/>
              </a:spcAft>
              <a:buSzPts val="2000"/>
              <a:buChar char="•"/>
              <a:defRPr sz="2000"/>
            </a:lvl1pPr>
            <a:lvl2pPr indent="-342900" lvl="1" marL="914400" algn="l">
              <a:lnSpc>
                <a:spcPct val="90000"/>
              </a:lnSpc>
              <a:spcBef>
                <a:spcPts val="800"/>
              </a:spcBef>
              <a:spcAft>
                <a:spcPts val="0"/>
              </a:spcAft>
              <a:buSzPts val="1800"/>
              <a:buChar char="–"/>
              <a:defRPr sz="1800"/>
            </a:lvl2pPr>
            <a:lvl3pPr indent="-330200" lvl="2" marL="1371600" algn="l">
              <a:lnSpc>
                <a:spcPct val="90000"/>
              </a:lnSpc>
              <a:spcBef>
                <a:spcPts val="600"/>
              </a:spcBef>
              <a:spcAft>
                <a:spcPts val="0"/>
              </a:spcAft>
              <a:buSzPts val="1600"/>
              <a:buChar char="•"/>
              <a:defRPr sz="1600"/>
            </a:lvl3pPr>
            <a:lvl4pPr indent="-317500" lvl="3" marL="1828800" algn="l">
              <a:lnSpc>
                <a:spcPct val="90000"/>
              </a:lnSpc>
              <a:spcBef>
                <a:spcPts val="600"/>
              </a:spcBef>
              <a:spcAft>
                <a:spcPts val="0"/>
              </a:spcAft>
              <a:buSzPts val="1400"/>
              <a:buChar char="–"/>
              <a:defRPr sz="1400"/>
            </a:lvl4pPr>
            <a:lvl5pPr indent="-317500" lvl="4" marL="2286000" algn="l">
              <a:lnSpc>
                <a:spcPct val="90000"/>
              </a:lnSpc>
              <a:spcBef>
                <a:spcPts val="600"/>
              </a:spcBef>
              <a:spcAft>
                <a:spcPts val="0"/>
              </a:spcAft>
              <a:buSzPts val="1400"/>
              <a:buChar char="•"/>
              <a:defRPr sz="1400"/>
            </a:lvl5pPr>
            <a:lvl6pPr indent="-317500" lvl="5" marL="2743200" algn="l">
              <a:lnSpc>
                <a:spcPct val="90000"/>
              </a:lnSpc>
              <a:spcBef>
                <a:spcPts val="600"/>
              </a:spcBef>
              <a:spcAft>
                <a:spcPts val="0"/>
              </a:spcAft>
              <a:buClr>
                <a:schemeClr val="dk1"/>
              </a:buClr>
              <a:buSzPts val="1400"/>
              <a:buChar char="–"/>
              <a:defRPr sz="1400"/>
            </a:lvl6pPr>
            <a:lvl7pPr indent="-317500" lvl="6" marL="3200400" algn="l">
              <a:lnSpc>
                <a:spcPct val="90000"/>
              </a:lnSpc>
              <a:spcBef>
                <a:spcPts val="600"/>
              </a:spcBef>
              <a:spcAft>
                <a:spcPts val="0"/>
              </a:spcAft>
              <a:buClr>
                <a:schemeClr val="dk1"/>
              </a:buClr>
              <a:buSzPts val="1400"/>
              <a:buChar char="•"/>
              <a:defRPr sz="1400"/>
            </a:lvl7pPr>
            <a:lvl8pPr indent="-317500" lvl="7" marL="3657600" algn="l">
              <a:lnSpc>
                <a:spcPct val="90000"/>
              </a:lnSpc>
              <a:spcBef>
                <a:spcPts val="600"/>
              </a:spcBef>
              <a:spcAft>
                <a:spcPts val="0"/>
              </a:spcAft>
              <a:buClr>
                <a:schemeClr val="dk1"/>
              </a:buClr>
              <a:buSzPts val="1400"/>
              <a:buChar char="–"/>
              <a:defRPr sz="1400"/>
            </a:lvl8pPr>
            <a:lvl9pPr indent="-317500" lvl="8" marL="4114800" algn="l">
              <a:lnSpc>
                <a:spcPct val="90000"/>
              </a:lnSpc>
              <a:spcBef>
                <a:spcPts val="600"/>
              </a:spcBef>
              <a:spcAft>
                <a:spcPts val="0"/>
              </a:spcAft>
              <a:buClr>
                <a:schemeClr val="dk1"/>
              </a:buClr>
              <a:buSzPts val="1400"/>
              <a:buChar char="•"/>
              <a:defRPr sz="1400"/>
            </a:lvl9pPr>
          </a:lstStyle>
          <a:p/>
        </p:txBody>
      </p:sp>
      <p:sp>
        <p:nvSpPr>
          <p:cNvPr id="59" name="Google Shape;59;p5"/>
          <p:cNvSpPr txBox="1"/>
          <p:nvPr>
            <p:ph idx="2" type="body"/>
          </p:nvPr>
        </p:nvSpPr>
        <p:spPr>
          <a:xfrm>
            <a:off x="6475412" y="1828800"/>
            <a:ext cx="4648201" cy="4191000"/>
          </a:xfrm>
          <a:prstGeom prst="rect">
            <a:avLst/>
          </a:prstGeom>
          <a:noFill/>
          <a:ln>
            <a:noFill/>
          </a:ln>
        </p:spPr>
        <p:txBody>
          <a:bodyPr anchorCtr="0" anchor="t" bIns="45700" lIns="91425" spcFirstLastPara="1" rIns="91425" wrap="square" tIns="45700">
            <a:normAutofit/>
          </a:bodyPr>
          <a:lstStyle>
            <a:lvl1pPr indent="-355600" lvl="0" marL="457200" algn="l">
              <a:lnSpc>
                <a:spcPct val="90000"/>
              </a:lnSpc>
              <a:spcBef>
                <a:spcPts val="1800"/>
              </a:spcBef>
              <a:spcAft>
                <a:spcPts val="0"/>
              </a:spcAft>
              <a:buSzPts val="2000"/>
              <a:buChar char="•"/>
              <a:defRPr sz="2000"/>
            </a:lvl1pPr>
            <a:lvl2pPr indent="-342900" lvl="1" marL="914400" algn="l">
              <a:lnSpc>
                <a:spcPct val="90000"/>
              </a:lnSpc>
              <a:spcBef>
                <a:spcPts val="800"/>
              </a:spcBef>
              <a:spcAft>
                <a:spcPts val="0"/>
              </a:spcAft>
              <a:buSzPts val="1800"/>
              <a:buChar char="–"/>
              <a:defRPr sz="1800"/>
            </a:lvl2pPr>
            <a:lvl3pPr indent="-330200" lvl="2" marL="1371600" algn="l">
              <a:lnSpc>
                <a:spcPct val="90000"/>
              </a:lnSpc>
              <a:spcBef>
                <a:spcPts val="600"/>
              </a:spcBef>
              <a:spcAft>
                <a:spcPts val="0"/>
              </a:spcAft>
              <a:buSzPts val="1600"/>
              <a:buChar char="•"/>
              <a:defRPr sz="1600"/>
            </a:lvl3pPr>
            <a:lvl4pPr indent="-317500" lvl="3" marL="1828800" algn="l">
              <a:lnSpc>
                <a:spcPct val="90000"/>
              </a:lnSpc>
              <a:spcBef>
                <a:spcPts val="600"/>
              </a:spcBef>
              <a:spcAft>
                <a:spcPts val="0"/>
              </a:spcAft>
              <a:buSzPts val="1400"/>
              <a:buChar char="–"/>
              <a:defRPr sz="1400"/>
            </a:lvl4pPr>
            <a:lvl5pPr indent="-317500" lvl="4" marL="2286000" algn="l">
              <a:lnSpc>
                <a:spcPct val="90000"/>
              </a:lnSpc>
              <a:spcBef>
                <a:spcPts val="600"/>
              </a:spcBef>
              <a:spcAft>
                <a:spcPts val="0"/>
              </a:spcAft>
              <a:buSzPts val="1400"/>
              <a:buChar char="•"/>
              <a:defRPr sz="1400"/>
            </a:lvl5pPr>
            <a:lvl6pPr indent="-317500" lvl="5" marL="2743200" algn="l">
              <a:lnSpc>
                <a:spcPct val="90000"/>
              </a:lnSpc>
              <a:spcBef>
                <a:spcPts val="600"/>
              </a:spcBef>
              <a:spcAft>
                <a:spcPts val="0"/>
              </a:spcAft>
              <a:buClr>
                <a:schemeClr val="dk1"/>
              </a:buClr>
              <a:buSzPts val="1400"/>
              <a:buChar char="–"/>
              <a:defRPr sz="1400"/>
            </a:lvl6pPr>
            <a:lvl7pPr indent="-317500" lvl="6" marL="3200400" algn="l">
              <a:lnSpc>
                <a:spcPct val="90000"/>
              </a:lnSpc>
              <a:spcBef>
                <a:spcPts val="600"/>
              </a:spcBef>
              <a:spcAft>
                <a:spcPts val="0"/>
              </a:spcAft>
              <a:buClr>
                <a:schemeClr val="dk1"/>
              </a:buClr>
              <a:buSzPts val="1400"/>
              <a:buChar char="•"/>
              <a:defRPr sz="1400"/>
            </a:lvl7pPr>
            <a:lvl8pPr indent="-317500" lvl="7" marL="3657600" algn="l">
              <a:lnSpc>
                <a:spcPct val="90000"/>
              </a:lnSpc>
              <a:spcBef>
                <a:spcPts val="600"/>
              </a:spcBef>
              <a:spcAft>
                <a:spcPts val="0"/>
              </a:spcAft>
              <a:buClr>
                <a:schemeClr val="dk1"/>
              </a:buClr>
              <a:buSzPts val="1400"/>
              <a:buChar char="–"/>
              <a:defRPr sz="1400"/>
            </a:lvl8pPr>
            <a:lvl9pPr indent="-317500" lvl="8" marL="4114800" algn="l">
              <a:lnSpc>
                <a:spcPct val="90000"/>
              </a:lnSpc>
              <a:spcBef>
                <a:spcPts val="600"/>
              </a:spcBef>
              <a:spcAft>
                <a:spcPts val="0"/>
              </a:spcAft>
              <a:buClr>
                <a:schemeClr val="dk1"/>
              </a:buClr>
              <a:buSzPts val="1400"/>
              <a:buChar char="•"/>
              <a:defRPr sz="1400"/>
            </a:lvl9pPr>
          </a:lstStyle>
          <a:p/>
        </p:txBody>
      </p:sp>
      <p:sp>
        <p:nvSpPr>
          <p:cNvPr id="60" name="Google Shape;60;p5"/>
          <p:cNvSpPr txBox="1"/>
          <p:nvPr>
            <p:ph idx="11" type="ftr"/>
          </p:nvPr>
        </p:nvSpPr>
        <p:spPr>
          <a:xfrm>
            <a:off x="1517950" y="6172200"/>
            <a:ext cx="6862462" cy="273049"/>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5"/>
          <p:cNvSpPr txBox="1"/>
          <p:nvPr>
            <p:ph idx="10" type="dt"/>
          </p:nvPr>
        </p:nvSpPr>
        <p:spPr>
          <a:xfrm>
            <a:off x="8609012" y="6172200"/>
            <a:ext cx="1320059" cy="273049"/>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5"/>
          <p:cNvSpPr txBox="1"/>
          <p:nvPr>
            <p:ph idx="12" type="sldNum"/>
          </p:nvPr>
        </p:nvSpPr>
        <p:spPr>
          <a:xfrm>
            <a:off x="10133012" y="6172200"/>
            <a:ext cx="990601" cy="273049"/>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3" name="Shape 63"/>
        <p:cNvGrpSpPr/>
        <p:nvPr/>
      </p:nvGrpSpPr>
      <p:grpSpPr>
        <a:xfrm>
          <a:off x="0" y="0"/>
          <a:ext cx="0" cy="0"/>
          <a:chOff x="0" y="0"/>
          <a:chExt cx="0" cy="0"/>
        </a:xfrm>
      </p:grpSpPr>
      <p:sp>
        <p:nvSpPr>
          <p:cNvPr id="64" name="Google Shape;64;p6"/>
          <p:cNvSpPr txBox="1"/>
          <p:nvPr>
            <p:ph type="title"/>
          </p:nvPr>
        </p:nvSpPr>
        <p:spPr>
          <a:xfrm>
            <a:off x="1522414" y="533400"/>
            <a:ext cx="9601200" cy="11430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3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 name="Google Shape;65;p6"/>
          <p:cNvSpPr txBox="1"/>
          <p:nvPr>
            <p:ph idx="1" type="body"/>
          </p:nvPr>
        </p:nvSpPr>
        <p:spPr>
          <a:xfrm>
            <a:off x="1522414" y="1828800"/>
            <a:ext cx="4645152" cy="762000"/>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0"/>
              </a:spcBef>
              <a:spcAft>
                <a:spcPts val="0"/>
              </a:spcAft>
              <a:buSzPts val="2400"/>
              <a:buNone/>
              <a:defRPr b="0" sz="2400"/>
            </a:lvl1pPr>
            <a:lvl2pPr indent="-228600" lvl="1" marL="914400" algn="l">
              <a:lnSpc>
                <a:spcPct val="90000"/>
              </a:lnSpc>
              <a:spcBef>
                <a:spcPts val="800"/>
              </a:spcBef>
              <a:spcAft>
                <a:spcPts val="0"/>
              </a:spcAft>
              <a:buSzPts val="2000"/>
              <a:buNone/>
              <a:defRPr b="1" sz="2000"/>
            </a:lvl2pPr>
            <a:lvl3pPr indent="-228600" lvl="2" marL="1371600" algn="l">
              <a:lnSpc>
                <a:spcPct val="90000"/>
              </a:lnSpc>
              <a:spcBef>
                <a:spcPts val="600"/>
              </a:spcBef>
              <a:spcAft>
                <a:spcPts val="0"/>
              </a:spcAft>
              <a:buSzPts val="1800"/>
              <a:buNone/>
              <a:defRPr b="1" sz="1800"/>
            </a:lvl3pPr>
            <a:lvl4pPr indent="-228600" lvl="3" marL="1828800" algn="l">
              <a:lnSpc>
                <a:spcPct val="90000"/>
              </a:lnSpc>
              <a:spcBef>
                <a:spcPts val="600"/>
              </a:spcBef>
              <a:spcAft>
                <a:spcPts val="0"/>
              </a:spcAft>
              <a:buSzPts val="1600"/>
              <a:buNone/>
              <a:defRPr b="1" sz="1600"/>
            </a:lvl4pPr>
            <a:lvl5pPr indent="-228600" lvl="4" marL="2286000" algn="l">
              <a:lnSpc>
                <a:spcPct val="90000"/>
              </a:lnSpc>
              <a:spcBef>
                <a:spcPts val="600"/>
              </a:spcBef>
              <a:spcAft>
                <a:spcPts val="0"/>
              </a:spcAft>
              <a:buSzPts val="1600"/>
              <a:buNone/>
              <a:defRPr b="1" sz="1600"/>
            </a:lvl5pPr>
            <a:lvl6pPr indent="-228600" lvl="5" marL="2743200" algn="l">
              <a:lnSpc>
                <a:spcPct val="90000"/>
              </a:lnSpc>
              <a:spcBef>
                <a:spcPts val="600"/>
              </a:spcBef>
              <a:spcAft>
                <a:spcPts val="0"/>
              </a:spcAft>
              <a:buClr>
                <a:schemeClr val="dk1"/>
              </a:buClr>
              <a:buSzPts val="1600"/>
              <a:buNone/>
              <a:defRPr b="1" sz="1600"/>
            </a:lvl6pPr>
            <a:lvl7pPr indent="-228600" lvl="6" marL="3200400" algn="l">
              <a:lnSpc>
                <a:spcPct val="90000"/>
              </a:lnSpc>
              <a:spcBef>
                <a:spcPts val="600"/>
              </a:spcBef>
              <a:spcAft>
                <a:spcPts val="0"/>
              </a:spcAft>
              <a:buClr>
                <a:schemeClr val="dk1"/>
              </a:buClr>
              <a:buSzPts val="1600"/>
              <a:buNone/>
              <a:defRPr b="1" sz="1600"/>
            </a:lvl7pPr>
            <a:lvl8pPr indent="-228600" lvl="7" marL="3657600" algn="l">
              <a:lnSpc>
                <a:spcPct val="90000"/>
              </a:lnSpc>
              <a:spcBef>
                <a:spcPts val="600"/>
              </a:spcBef>
              <a:spcAft>
                <a:spcPts val="0"/>
              </a:spcAft>
              <a:buClr>
                <a:schemeClr val="dk1"/>
              </a:buClr>
              <a:buSzPts val="1600"/>
              <a:buNone/>
              <a:defRPr b="1" sz="1600"/>
            </a:lvl8pPr>
            <a:lvl9pPr indent="-228600" lvl="8" marL="4114800" algn="l">
              <a:lnSpc>
                <a:spcPct val="90000"/>
              </a:lnSpc>
              <a:spcBef>
                <a:spcPts val="600"/>
              </a:spcBef>
              <a:spcAft>
                <a:spcPts val="0"/>
              </a:spcAft>
              <a:buClr>
                <a:schemeClr val="dk1"/>
              </a:buClr>
              <a:buSzPts val="1600"/>
              <a:buNone/>
              <a:defRPr b="1" sz="1600"/>
            </a:lvl9pPr>
          </a:lstStyle>
          <a:p/>
        </p:txBody>
      </p:sp>
      <p:sp>
        <p:nvSpPr>
          <p:cNvPr id="66" name="Google Shape;66;p6"/>
          <p:cNvSpPr txBox="1"/>
          <p:nvPr>
            <p:ph idx="2" type="body"/>
          </p:nvPr>
        </p:nvSpPr>
        <p:spPr>
          <a:xfrm>
            <a:off x="1522414" y="2667000"/>
            <a:ext cx="4645152" cy="3352800"/>
          </a:xfrm>
          <a:prstGeom prst="rect">
            <a:avLst/>
          </a:prstGeom>
          <a:noFill/>
          <a:ln>
            <a:noFill/>
          </a:ln>
        </p:spPr>
        <p:txBody>
          <a:bodyPr anchorCtr="0" anchor="t" bIns="45700" lIns="91425" spcFirstLastPara="1" rIns="91425" wrap="square" tIns="45700">
            <a:normAutofit/>
          </a:bodyPr>
          <a:lstStyle>
            <a:lvl1pPr indent="-355600" lvl="0" marL="457200" algn="l">
              <a:lnSpc>
                <a:spcPct val="90000"/>
              </a:lnSpc>
              <a:spcBef>
                <a:spcPts val="1800"/>
              </a:spcBef>
              <a:spcAft>
                <a:spcPts val="0"/>
              </a:spcAft>
              <a:buSzPts val="2000"/>
              <a:buChar char="•"/>
              <a:defRPr sz="2000"/>
            </a:lvl1pPr>
            <a:lvl2pPr indent="-342900" lvl="1" marL="914400" algn="l">
              <a:lnSpc>
                <a:spcPct val="90000"/>
              </a:lnSpc>
              <a:spcBef>
                <a:spcPts val="800"/>
              </a:spcBef>
              <a:spcAft>
                <a:spcPts val="0"/>
              </a:spcAft>
              <a:buSzPts val="1800"/>
              <a:buChar char="–"/>
              <a:defRPr sz="1800"/>
            </a:lvl2pPr>
            <a:lvl3pPr indent="-330200" lvl="2" marL="1371600" algn="l">
              <a:lnSpc>
                <a:spcPct val="90000"/>
              </a:lnSpc>
              <a:spcBef>
                <a:spcPts val="600"/>
              </a:spcBef>
              <a:spcAft>
                <a:spcPts val="0"/>
              </a:spcAft>
              <a:buSzPts val="1600"/>
              <a:buChar char="•"/>
              <a:defRPr sz="1600"/>
            </a:lvl3pPr>
            <a:lvl4pPr indent="-317500" lvl="3" marL="1828800" algn="l">
              <a:lnSpc>
                <a:spcPct val="90000"/>
              </a:lnSpc>
              <a:spcBef>
                <a:spcPts val="600"/>
              </a:spcBef>
              <a:spcAft>
                <a:spcPts val="0"/>
              </a:spcAft>
              <a:buSzPts val="1400"/>
              <a:buChar char="–"/>
              <a:defRPr sz="1400"/>
            </a:lvl4pPr>
            <a:lvl5pPr indent="-317500" lvl="4" marL="2286000" algn="l">
              <a:lnSpc>
                <a:spcPct val="90000"/>
              </a:lnSpc>
              <a:spcBef>
                <a:spcPts val="600"/>
              </a:spcBef>
              <a:spcAft>
                <a:spcPts val="0"/>
              </a:spcAft>
              <a:buSzPts val="1400"/>
              <a:buChar char="•"/>
              <a:defRPr sz="1400"/>
            </a:lvl5pPr>
            <a:lvl6pPr indent="-317500" lvl="5" marL="2743200" algn="l">
              <a:lnSpc>
                <a:spcPct val="90000"/>
              </a:lnSpc>
              <a:spcBef>
                <a:spcPts val="600"/>
              </a:spcBef>
              <a:spcAft>
                <a:spcPts val="0"/>
              </a:spcAft>
              <a:buClr>
                <a:schemeClr val="dk1"/>
              </a:buClr>
              <a:buSzPts val="1400"/>
              <a:buChar char="–"/>
              <a:defRPr sz="1400"/>
            </a:lvl6pPr>
            <a:lvl7pPr indent="-317500" lvl="6" marL="3200400" algn="l">
              <a:lnSpc>
                <a:spcPct val="90000"/>
              </a:lnSpc>
              <a:spcBef>
                <a:spcPts val="600"/>
              </a:spcBef>
              <a:spcAft>
                <a:spcPts val="0"/>
              </a:spcAft>
              <a:buClr>
                <a:schemeClr val="dk1"/>
              </a:buClr>
              <a:buSzPts val="1400"/>
              <a:buChar char="•"/>
              <a:defRPr sz="1400"/>
            </a:lvl7pPr>
            <a:lvl8pPr indent="-317500" lvl="7" marL="3657600" algn="l">
              <a:lnSpc>
                <a:spcPct val="90000"/>
              </a:lnSpc>
              <a:spcBef>
                <a:spcPts val="600"/>
              </a:spcBef>
              <a:spcAft>
                <a:spcPts val="0"/>
              </a:spcAft>
              <a:buClr>
                <a:schemeClr val="dk1"/>
              </a:buClr>
              <a:buSzPts val="1400"/>
              <a:buChar char="–"/>
              <a:defRPr sz="1400"/>
            </a:lvl8pPr>
            <a:lvl9pPr indent="-317500" lvl="8" marL="4114800" algn="l">
              <a:lnSpc>
                <a:spcPct val="90000"/>
              </a:lnSpc>
              <a:spcBef>
                <a:spcPts val="600"/>
              </a:spcBef>
              <a:spcAft>
                <a:spcPts val="0"/>
              </a:spcAft>
              <a:buClr>
                <a:schemeClr val="dk1"/>
              </a:buClr>
              <a:buSzPts val="1400"/>
              <a:buChar char="•"/>
              <a:defRPr sz="1400"/>
            </a:lvl9pPr>
          </a:lstStyle>
          <a:p/>
        </p:txBody>
      </p:sp>
      <p:sp>
        <p:nvSpPr>
          <p:cNvPr id="67" name="Google Shape;67;p6"/>
          <p:cNvSpPr txBox="1"/>
          <p:nvPr>
            <p:ph idx="3" type="body"/>
          </p:nvPr>
        </p:nvSpPr>
        <p:spPr>
          <a:xfrm>
            <a:off x="6478462" y="1828800"/>
            <a:ext cx="4645152" cy="762000"/>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0"/>
              </a:spcBef>
              <a:spcAft>
                <a:spcPts val="0"/>
              </a:spcAft>
              <a:buSzPts val="2400"/>
              <a:buNone/>
              <a:defRPr b="0" sz="2400"/>
            </a:lvl1pPr>
            <a:lvl2pPr indent="-228600" lvl="1" marL="914400" algn="l">
              <a:lnSpc>
                <a:spcPct val="90000"/>
              </a:lnSpc>
              <a:spcBef>
                <a:spcPts val="800"/>
              </a:spcBef>
              <a:spcAft>
                <a:spcPts val="0"/>
              </a:spcAft>
              <a:buSzPts val="2000"/>
              <a:buNone/>
              <a:defRPr b="1" sz="2000"/>
            </a:lvl2pPr>
            <a:lvl3pPr indent="-228600" lvl="2" marL="1371600" algn="l">
              <a:lnSpc>
                <a:spcPct val="90000"/>
              </a:lnSpc>
              <a:spcBef>
                <a:spcPts val="600"/>
              </a:spcBef>
              <a:spcAft>
                <a:spcPts val="0"/>
              </a:spcAft>
              <a:buSzPts val="1800"/>
              <a:buNone/>
              <a:defRPr b="1" sz="1800"/>
            </a:lvl3pPr>
            <a:lvl4pPr indent="-228600" lvl="3" marL="1828800" algn="l">
              <a:lnSpc>
                <a:spcPct val="90000"/>
              </a:lnSpc>
              <a:spcBef>
                <a:spcPts val="600"/>
              </a:spcBef>
              <a:spcAft>
                <a:spcPts val="0"/>
              </a:spcAft>
              <a:buSzPts val="1600"/>
              <a:buNone/>
              <a:defRPr b="1" sz="1600"/>
            </a:lvl4pPr>
            <a:lvl5pPr indent="-228600" lvl="4" marL="2286000" algn="l">
              <a:lnSpc>
                <a:spcPct val="90000"/>
              </a:lnSpc>
              <a:spcBef>
                <a:spcPts val="600"/>
              </a:spcBef>
              <a:spcAft>
                <a:spcPts val="0"/>
              </a:spcAft>
              <a:buSzPts val="1600"/>
              <a:buNone/>
              <a:defRPr b="1" sz="1600"/>
            </a:lvl5pPr>
            <a:lvl6pPr indent="-228600" lvl="5" marL="2743200" algn="l">
              <a:lnSpc>
                <a:spcPct val="90000"/>
              </a:lnSpc>
              <a:spcBef>
                <a:spcPts val="600"/>
              </a:spcBef>
              <a:spcAft>
                <a:spcPts val="0"/>
              </a:spcAft>
              <a:buClr>
                <a:schemeClr val="dk1"/>
              </a:buClr>
              <a:buSzPts val="1600"/>
              <a:buNone/>
              <a:defRPr b="1" sz="1600"/>
            </a:lvl6pPr>
            <a:lvl7pPr indent="-228600" lvl="6" marL="3200400" algn="l">
              <a:lnSpc>
                <a:spcPct val="90000"/>
              </a:lnSpc>
              <a:spcBef>
                <a:spcPts val="600"/>
              </a:spcBef>
              <a:spcAft>
                <a:spcPts val="0"/>
              </a:spcAft>
              <a:buClr>
                <a:schemeClr val="dk1"/>
              </a:buClr>
              <a:buSzPts val="1600"/>
              <a:buNone/>
              <a:defRPr b="1" sz="1600"/>
            </a:lvl7pPr>
            <a:lvl8pPr indent="-228600" lvl="7" marL="3657600" algn="l">
              <a:lnSpc>
                <a:spcPct val="90000"/>
              </a:lnSpc>
              <a:spcBef>
                <a:spcPts val="600"/>
              </a:spcBef>
              <a:spcAft>
                <a:spcPts val="0"/>
              </a:spcAft>
              <a:buClr>
                <a:schemeClr val="dk1"/>
              </a:buClr>
              <a:buSzPts val="1600"/>
              <a:buNone/>
              <a:defRPr b="1" sz="1600"/>
            </a:lvl8pPr>
            <a:lvl9pPr indent="-228600" lvl="8" marL="4114800" algn="l">
              <a:lnSpc>
                <a:spcPct val="90000"/>
              </a:lnSpc>
              <a:spcBef>
                <a:spcPts val="600"/>
              </a:spcBef>
              <a:spcAft>
                <a:spcPts val="0"/>
              </a:spcAft>
              <a:buClr>
                <a:schemeClr val="dk1"/>
              </a:buClr>
              <a:buSzPts val="1600"/>
              <a:buNone/>
              <a:defRPr b="1" sz="1600"/>
            </a:lvl9pPr>
          </a:lstStyle>
          <a:p/>
        </p:txBody>
      </p:sp>
      <p:sp>
        <p:nvSpPr>
          <p:cNvPr id="68" name="Google Shape;68;p6"/>
          <p:cNvSpPr txBox="1"/>
          <p:nvPr>
            <p:ph idx="4" type="body"/>
          </p:nvPr>
        </p:nvSpPr>
        <p:spPr>
          <a:xfrm>
            <a:off x="6478462" y="2667000"/>
            <a:ext cx="4645152" cy="3352800"/>
          </a:xfrm>
          <a:prstGeom prst="rect">
            <a:avLst/>
          </a:prstGeom>
          <a:noFill/>
          <a:ln>
            <a:noFill/>
          </a:ln>
        </p:spPr>
        <p:txBody>
          <a:bodyPr anchorCtr="0" anchor="t" bIns="45700" lIns="91425" spcFirstLastPara="1" rIns="91425" wrap="square" tIns="45700">
            <a:normAutofit/>
          </a:bodyPr>
          <a:lstStyle>
            <a:lvl1pPr indent="-355600" lvl="0" marL="457200" algn="l">
              <a:lnSpc>
                <a:spcPct val="90000"/>
              </a:lnSpc>
              <a:spcBef>
                <a:spcPts val="1800"/>
              </a:spcBef>
              <a:spcAft>
                <a:spcPts val="0"/>
              </a:spcAft>
              <a:buSzPts val="2000"/>
              <a:buChar char="•"/>
              <a:defRPr sz="2000"/>
            </a:lvl1pPr>
            <a:lvl2pPr indent="-342900" lvl="1" marL="914400" algn="l">
              <a:lnSpc>
                <a:spcPct val="90000"/>
              </a:lnSpc>
              <a:spcBef>
                <a:spcPts val="800"/>
              </a:spcBef>
              <a:spcAft>
                <a:spcPts val="0"/>
              </a:spcAft>
              <a:buSzPts val="1800"/>
              <a:buChar char="–"/>
              <a:defRPr sz="1800"/>
            </a:lvl2pPr>
            <a:lvl3pPr indent="-330200" lvl="2" marL="1371600" algn="l">
              <a:lnSpc>
                <a:spcPct val="90000"/>
              </a:lnSpc>
              <a:spcBef>
                <a:spcPts val="600"/>
              </a:spcBef>
              <a:spcAft>
                <a:spcPts val="0"/>
              </a:spcAft>
              <a:buSzPts val="1600"/>
              <a:buChar char="•"/>
              <a:defRPr sz="1600"/>
            </a:lvl3pPr>
            <a:lvl4pPr indent="-317500" lvl="3" marL="1828800" algn="l">
              <a:lnSpc>
                <a:spcPct val="90000"/>
              </a:lnSpc>
              <a:spcBef>
                <a:spcPts val="600"/>
              </a:spcBef>
              <a:spcAft>
                <a:spcPts val="0"/>
              </a:spcAft>
              <a:buSzPts val="1400"/>
              <a:buChar char="–"/>
              <a:defRPr sz="1400"/>
            </a:lvl4pPr>
            <a:lvl5pPr indent="-317500" lvl="4" marL="2286000" algn="l">
              <a:lnSpc>
                <a:spcPct val="90000"/>
              </a:lnSpc>
              <a:spcBef>
                <a:spcPts val="600"/>
              </a:spcBef>
              <a:spcAft>
                <a:spcPts val="0"/>
              </a:spcAft>
              <a:buSzPts val="1400"/>
              <a:buChar char="•"/>
              <a:defRPr sz="1400"/>
            </a:lvl5pPr>
            <a:lvl6pPr indent="-317500" lvl="5" marL="2743200" algn="l">
              <a:lnSpc>
                <a:spcPct val="90000"/>
              </a:lnSpc>
              <a:spcBef>
                <a:spcPts val="600"/>
              </a:spcBef>
              <a:spcAft>
                <a:spcPts val="0"/>
              </a:spcAft>
              <a:buClr>
                <a:schemeClr val="dk1"/>
              </a:buClr>
              <a:buSzPts val="1400"/>
              <a:buChar char="–"/>
              <a:defRPr sz="1400"/>
            </a:lvl6pPr>
            <a:lvl7pPr indent="-317500" lvl="6" marL="3200400" algn="l">
              <a:lnSpc>
                <a:spcPct val="90000"/>
              </a:lnSpc>
              <a:spcBef>
                <a:spcPts val="600"/>
              </a:spcBef>
              <a:spcAft>
                <a:spcPts val="0"/>
              </a:spcAft>
              <a:buClr>
                <a:schemeClr val="dk1"/>
              </a:buClr>
              <a:buSzPts val="1400"/>
              <a:buChar char="•"/>
              <a:defRPr sz="1400"/>
            </a:lvl7pPr>
            <a:lvl8pPr indent="-317500" lvl="7" marL="3657600" algn="l">
              <a:lnSpc>
                <a:spcPct val="90000"/>
              </a:lnSpc>
              <a:spcBef>
                <a:spcPts val="600"/>
              </a:spcBef>
              <a:spcAft>
                <a:spcPts val="0"/>
              </a:spcAft>
              <a:buClr>
                <a:schemeClr val="dk1"/>
              </a:buClr>
              <a:buSzPts val="1400"/>
              <a:buChar char="–"/>
              <a:defRPr sz="1400"/>
            </a:lvl8pPr>
            <a:lvl9pPr indent="-317500" lvl="8" marL="4114800" algn="l">
              <a:lnSpc>
                <a:spcPct val="90000"/>
              </a:lnSpc>
              <a:spcBef>
                <a:spcPts val="600"/>
              </a:spcBef>
              <a:spcAft>
                <a:spcPts val="0"/>
              </a:spcAft>
              <a:buClr>
                <a:schemeClr val="dk1"/>
              </a:buClr>
              <a:buSzPts val="1400"/>
              <a:buChar char="•"/>
              <a:defRPr sz="1400"/>
            </a:lvl9pPr>
          </a:lstStyle>
          <a:p/>
        </p:txBody>
      </p:sp>
      <p:sp>
        <p:nvSpPr>
          <p:cNvPr id="69" name="Google Shape;69;p6"/>
          <p:cNvSpPr txBox="1"/>
          <p:nvPr>
            <p:ph idx="11" type="ftr"/>
          </p:nvPr>
        </p:nvSpPr>
        <p:spPr>
          <a:xfrm>
            <a:off x="1517950" y="6172200"/>
            <a:ext cx="6862462" cy="273049"/>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6"/>
          <p:cNvSpPr txBox="1"/>
          <p:nvPr>
            <p:ph idx="10" type="dt"/>
          </p:nvPr>
        </p:nvSpPr>
        <p:spPr>
          <a:xfrm>
            <a:off x="8609012" y="6172200"/>
            <a:ext cx="1320059" cy="273049"/>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6"/>
          <p:cNvSpPr txBox="1"/>
          <p:nvPr>
            <p:ph idx="12" type="sldNum"/>
          </p:nvPr>
        </p:nvSpPr>
        <p:spPr>
          <a:xfrm>
            <a:off x="10133012" y="6172200"/>
            <a:ext cx="990601" cy="273049"/>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2" name="Shape 72"/>
        <p:cNvGrpSpPr/>
        <p:nvPr/>
      </p:nvGrpSpPr>
      <p:grpSpPr>
        <a:xfrm>
          <a:off x="0" y="0"/>
          <a:ext cx="0" cy="0"/>
          <a:chOff x="0" y="0"/>
          <a:chExt cx="0" cy="0"/>
        </a:xfrm>
      </p:grpSpPr>
      <p:sp>
        <p:nvSpPr>
          <p:cNvPr id="73" name="Google Shape;73;p7"/>
          <p:cNvSpPr txBox="1"/>
          <p:nvPr>
            <p:ph type="title"/>
          </p:nvPr>
        </p:nvSpPr>
        <p:spPr>
          <a:xfrm>
            <a:off x="1522414" y="533400"/>
            <a:ext cx="9601200" cy="11430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7"/>
          <p:cNvSpPr txBox="1"/>
          <p:nvPr>
            <p:ph idx="11" type="ftr"/>
          </p:nvPr>
        </p:nvSpPr>
        <p:spPr>
          <a:xfrm>
            <a:off x="1517950" y="6172200"/>
            <a:ext cx="6862462" cy="273049"/>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7"/>
          <p:cNvSpPr txBox="1"/>
          <p:nvPr>
            <p:ph idx="10" type="dt"/>
          </p:nvPr>
        </p:nvSpPr>
        <p:spPr>
          <a:xfrm>
            <a:off x="8609012" y="6172200"/>
            <a:ext cx="1320059" cy="273049"/>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7"/>
          <p:cNvSpPr txBox="1"/>
          <p:nvPr>
            <p:ph idx="12" type="sldNum"/>
          </p:nvPr>
        </p:nvSpPr>
        <p:spPr>
          <a:xfrm>
            <a:off x="10133012" y="6172200"/>
            <a:ext cx="990601" cy="273049"/>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7" name="Shape 77"/>
        <p:cNvGrpSpPr/>
        <p:nvPr/>
      </p:nvGrpSpPr>
      <p:grpSpPr>
        <a:xfrm>
          <a:off x="0" y="0"/>
          <a:ext cx="0" cy="0"/>
          <a:chOff x="0" y="0"/>
          <a:chExt cx="0" cy="0"/>
        </a:xfrm>
      </p:grpSpPr>
      <p:sp>
        <p:nvSpPr>
          <p:cNvPr id="78" name="Google Shape;78;p8"/>
          <p:cNvSpPr txBox="1"/>
          <p:nvPr>
            <p:ph idx="11" type="ftr"/>
          </p:nvPr>
        </p:nvSpPr>
        <p:spPr>
          <a:xfrm>
            <a:off x="1517950" y="6172200"/>
            <a:ext cx="6862462" cy="273049"/>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8"/>
          <p:cNvSpPr txBox="1"/>
          <p:nvPr>
            <p:ph idx="10" type="dt"/>
          </p:nvPr>
        </p:nvSpPr>
        <p:spPr>
          <a:xfrm>
            <a:off x="8609012" y="6172200"/>
            <a:ext cx="1320059" cy="273049"/>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8"/>
          <p:cNvSpPr txBox="1"/>
          <p:nvPr>
            <p:ph idx="12" type="sldNum"/>
          </p:nvPr>
        </p:nvSpPr>
        <p:spPr>
          <a:xfrm>
            <a:off x="10133012" y="6172200"/>
            <a:ext cx="990601" cy="273049"/>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81" name="Shape 81"/>
        <p:cNvGrpSpPr/>
        <p:nvPr/>
      </p:nvGrpSpPr>
      <p:grpSpPr>
        <a:xfrm>
          <a:off x="0" y="0"/>
          <a:ext cx="0" cy="0"/>
          <a:chOff x="0" y="0"/>
          <a:chExt cx="0" cy="0"/>
        </a:xfrm>
      </p:grpSpPr>
      <p:sp>
        <p:nvSpPr>
          <p:cNvPr id="82" name="Google Shape;82;p9"/>
          <p:cNvSpPr txBox="1"/>
          <p:nvPr>
            <p:ph type="title"/>
          </p:nvPr>
        </p:nvSpPr>
        <p:spPr>
          <a:xfrm>
            <a:off x="836613" y="2590800"/>
            <a:ext cx="3276599" cy="192405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3200"/>
              <a:buFont typeface="Century Gothic"/>
              <a:buNone/>
              <a:defRPr b="0"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p9"/>
          <p:cNvSpPr txBox="1"/>
          <p:nvPr>
            <p:ph idx="1" type="body"/>
          </p:nvPr>
        </p:nvSpPr>
        <p:spPr>
          <a:xfrm>
            <a:off x="5180012" y="838200"/>
            <a:ext cx="6172201" cy="5181600"/>
          </a:xfrm>
          <a:prstGeom prst="rect">
            <a:avLst/>
          </a:prstGeom>
          <a:noFill/>
          <a:ln>
            <a:noFill/>
          </a:ln>
        </p:spPr>
        <p:txBody>
          <a:bodyPr anchorCtr="0" anchor="t" bIns="45700" lIns="91425" spcFirstLastPara="1" rIns="91425" wrap="square" tIns="45700">
            <a:normAutofit/>
          </a:bodyPr>
          <a:lstStyle>
            <a:lvl1pPr indent="-355600" lvl="0" marL="457200" algn="l">
              <a:lnSpc>
                <a:spcPct val="90000"/>
              </a:lnSpc>
              <a:spcBef>
                <a:spcPts val="1800"/>
              </a:spcBef>
              <a:spcAft>
                <a:spcPts val="0"/>
              </a:spcAft>
              <a:buSzPts val="2000"/>
              <a:buChar char="•"/>
              <a:defRPr sz="2000"/>
            </a:lvl1pPr>
            <a:lvl2pPr indent="-342900" lvl="1" marL="914400" algn="l">
              <a:lnSpc>
                <a:spcPct val="90000"/>
              </a:lnSpc>
              <a:spcBef>
                <a:spcPts val="800"/>
              </a:spcBef>
              <a:spcAft>
                <a:spcPts val="0"/>
              </a:spcAft>
              <a:buSzPts val="1800"/>
              <a:buChar char="–"/>
              <a:defRPr sz="1800"/>
            </a:lvl2pPr>
            <a:lvl3pPr indent="-330200" lvl="2" marL="1371600" algn="l">
              <a:lnSpc>
                <a:spcPct val="90000"/>
              </a:lnSpc>
              <a:spcBef>
                <a:spcPts val="600"/>
              </a:spcBef>
              <a:spcAft>
                <a:spcPts val="0"/>
              </a:spcAft>
              <a:buSzPts val="1600"/>
              <a:buChar char="•"/>
              <a:defRPr sz="1600"/>
            </a:lvl3pPr>
            <a:lvl4pPr indent="-317500" lvl="3" marL="1828800" algn="l">
              <a:lnSpc>
                <a:spcPct val="90000"/>
              </a:lnSpc>
              <a:spcBef>
                <a:spcPts val="600"/>
              </a:spcBef>
              <a:spcAft>
                <a:spcPts val="0"/>
              </a:spcAft>
              <a:buSzPts val="1400"/>
              <a:buChar char="–"/>
              <a:defRPr sz="1400"/>
            </a:lvl4pPr>
            <a:lvl5pPr indent="-317500" lvl="4" marL="2286000" algn="l">
              <a:lnSpc>
                <a:spcPct val="90000"/>
              </a:lnSpc>
              <a:spcBef>
                <a:spcPts val="600"/>
              </a:spcBef>
              <a:spcAft>
                <a:spcPts val="0"/>
              </a:spcAft>
              <a:buSzPts val="1400"/>
              <a:buChar char="•"/>
              <a:defRPr sz="1400"/>
            </a:lvl5pPr>
            <a:lvl6pPr indent="-317500" lvl="5" marL="2743200" algn="l">
              <a:lnSpc>
                <a:spcPct val="90000"/>
              </a:lnSpc>
              <a:spcBef>
                <a:spcPts val="600"/>
              </a:spcBef>
              <a:spcAft>
                <a:spcPts val="0"/>
              </a:spcAft>
              <a:buClr>
                <a:schemeClr val="dk1"/>
              </a:buClr>
              <a:buSzPts val="1400"/>
              <a:buChar char="–"/>
              <a:defRPr sz="1400"/>
            </a:lvl6pPr>
            <a:lvl7pPr indent="-317500" lvl="6" marL="3200400" algn="l">
              <a:lnSpc>
                <a:spcPct val="90000"/>
              </a:lnSpc>
              <a:spcBef>
                <a:spcPts val="600"/>
              </a:spcBef>
              <a:spcAft>
                <a:spcPts val="0"/>
              </a:spcAft>
              <a:buClr>
                <a:schemeClr val="dk1"/>
              </a:buClr>
              <a:buSzPts val="1400"/>
              <a:buChar char="•"/>
              <a:defRPr sz="1400"/>
            </a:lvl7pPr>
            <a:lvl8pPr indent="-317500" lvl="7" marL="3657600" algn="l">
              <a:lnSpc>
                <a:spcPct val="90000"/>
              </a:lnSpc>
              <a:spcBef>
                <a:spcPts val="600"/>
              </a:spcBef>
              <a:spcAft>
                <a:spcPts val="0"/>
              </a:spcAft>
              <a:buClr>
                <a:schemeClr val="dk1"/>
              </a:buClr>
              <a:buSzPts val="1400"/>
              <a:buChar char="–"/>
              <a:defRPr sz="1400"/>
            </a:lvl8pPr>
            <a:lvl9pPr indent="-317500" lvl="8" marL="4114800" algn="l">
              <a:lnSpc>
                <a:spcPct val="90000"/>
              </a:lnSpc>
              <a:spcBef>
                <a:spcPts val="600"/>
              </a:spcBef>
              <a:spcAft>
                <a:spcPts val="0"/>
              </a:spcAft>
              <a:buClr>
                <a:schemeClr val="dk1"/>
              </a:buClr>
              <a:buSzPts val="1400"/>
              <a:buChar char="•"/>
              <a:defRPr sz="1400"/>
            </a:lvl9pPr>
          </a:lstStyle>
          <a:p/>
        </p:txBody>
      </p:sp>
      <p:sp>
        <p:nvSpPr>
          <p:cNvPr id="84" name="Google Shape;84;p9"/>
          <p:cNvSpPr txBox="1"/>
          <p:nvPr>
            <p:ph idx="2" type="body"/>
          </p:nvPr>
        </p:nvSpPr>
        <p:spPr>
          <a:xfrm>
            <a:off x="836613" y="4648200"/>
            <a:ext cx="3276599" cy="13716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600"/>
              </a:spcBef>
              <a:spcAft>
                <a:spcPts val="0"/>
              </a:spcAft>
              <a:buSzPts val="1600"/>
              <a:buNone/>
              <a:defRPr sz="1600"/>
            </a:lvl1pPr>
            <a:lvl2pPr indent="-228600" lvl="1" marL="914400" algn="l">
              <a:lnSpc>
                <a:spcPct val="90000"/>
              </a:lnSpc>
              <a:spcBef>
                <a:spcPts val="800"/>
              </a:spcBef>
              <a:spcAft>
                <a:spcPts val="0"/>
              </a:spcAft>
              <a:buSzPts val="1200"/>
              <a:buNone/>
              <a:defRPr sz="1200"/>
            </a:lvl2pPr>
            <a:lvl3pPr indent="-228600" lvl="2" marL="1371600" algn="l">
              <a:lnSpc>
                <a:spcPct val="90000"/>
              </a:lnSpc>
              <a:spcBef>
                <a:spcPts val="600"/>
              </a:spcBef>
              <a:spcAft>
                <a:spcPts val="0"/>
              </a:spcAft>
              <a:buSzPts val="1000"/>
              <a:buNone/>
              <a:defRPr sz="1000"/>
            </a:lvl3pPr>
            <a:lvl4pPr indent="-228600" lvl="3" marL="1828800" algn="l">
              <a:lnSpc>
                <a:spcPct val="90000"/>
              </a:lnSpc>
              <a:spcBef>
                <a:spcPts val="600"/>
              </a:spcBef>
              <a:spcAft>
                <a:spcPts val="0"/>
              </a:spcAft>
              <a:buSzPts val="900"/>
              <a:buNone/>
              <a:defRPr sz="900"/>
            </a:lvl4pPr>
            <a:lvl5pPr indent="-228600" lvl="4" marL="2286000" algn="l">
              <a:lnSpc>
                <a:spcPct val="90000"/>
              </a:lnSpc>
              <a:spcBef>
                <a:spcPts val="600"/>
              </a:spcBef>
              <a:spcAft>
                <a:spcPts val="0"/>
              </a:spcAft>
              <a:buSzPts val="900"/>
              <a:buNone/>
              <a:defRPr sz="900"/>
            </a:lvl5pPr>
            <a:lvl6pPr indent="-228600" lvl="5" marL="2743200" algn="l">
              <a:lnSpc>
                <a:spcPct val="90000"/>
              </a:lnSpc>
              <a:spcBef>
                <a:spcPts val="600"/>
              </a:spcBef>
              <a:spcAft>
                <a:spcPts val="0"/>
              </a:spcAft>
              <a:buClr>
                <a:schemeClr val="dk1"/>
              </a:buClr>
              <a:buSzPts val="900"/>
              <a:buNone/>
              <a:defRPr sz="900"/>
            </a:lvl6pPr>
            <a:lvl7pPr indent="-228600" lvl="6" marL="3200400" algn="l">
              <a:lnSpc>
                <a:spcPct val="90000"/>
              </a:lnSpc>
              <a:spcBef>
                <a:spcPts val="600"/>
              </a:spcBef>
              <a:spcAft>
                <a:spcPts val="0"/>
              </a:spcAft>
              <a:buClr>
                <a:schemeClr val="dk1"/>
              </a:buClr>
              <a:buSzPts val="900"/>
              <a:buNone/>
              <a:defRPr sz="900"/>
            </a:lvl7pPr>
            <a:lvl8pPr indent="-228600" lvl="7" marL="3657600" algn="l">
              <a:lnSpc>
                <a:spcPct val="90000"/>
              </a:lnSpc>
              <a:spcBef>
                <a:spcPts val="600"/>
              </a:spcBef>
              <a:spcAft>
                <a:spcPts val="0"/>
              </a:spcAft>
              <a:buClr>
                <a:schemeClr val="dk1"/>
              </a:buClr>
              <a:buSzPts val="900"/>
              <a:buNone/>
              <a:defRPr sz="900"/>
            </a:lvl8pPr>
            <a:lvl9pPr indent="-228600" lvl="8" marL="4114800" algn="l">
              <a:lnSpc>
                <a:spcPct val="90000"/>
              </a:lnSpc>
              <a:spcBef>
                <a:spcPts val="600"/>
              </a:spcBef>
              <a:spcAft>
                <a:spcPts val="0"/>
              </a:spcAft>
              <a:buClr>
                <a:schemeClr val="dk1"/>
              </a:buClr>
              <a:buSzPts val="900"/>
              <a:buNone/>
              <a:defRPr sz="900"/>
            </a:lvl9pPr>
          </a:lstStyle>
          <a:p/>
        </p:txBody>
      </p:sp>
      <p:sp>
        <p:nvSpPr>
          <p:cNvPr id="85" name="Google Shape;85;p9"/>
          <p:cNvSpPr txBox="1"/>
          <p:nvPr>
            <p:ph idx="11" type="ftr"/>
          </p:nvPr>
        </p:nvSpPr>
        <p:spPr>
          <a:xfrm>
            <a:off x="1517950" y="6172200"/>
            <a:ext cx="6862462" cy="273049"/>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9"/>
          <p:cNvSpPr txBox="1"/>
          <p:nvPr>
            <p:ph idx="10" type="dt"/>
          </p:nvPr>
        </p:nvSpPr>
        <p:spPr>
          <a:xfrm>
            <a:off x="8609012" y="6172200"/>
            <a:ext cx="1320059" cy="273049"/>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9"/>
          <p:cNvSpPr txBox="1"/>
          <p:nvPr>
            <p:ph idx="12" type="sldNum"/>
          </p:nvPr>
        </p:nvSpPr>
        <p:spPr>
          <a:xfrm>
            <a:off x="10133012" y="6172200"/>
            <a:ext cx="990601" cy="273049"/>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8" name="Shape 88"/>
        <p:cNvGrpSpPr/>
        <p:nvPr/>
      </p:nvGrpSpPr>
      <p:grpSpPr>
        <a:xfrm>
          <a:off x="0" y="0"/>
          <a:ext cx="0" cy="0"/>
          <a:chOff x="0" y="0"/>
          <a:chExt cx="0" cy="0"/>
        </a:xfrm>
      </p:grpSpPr>
      <p:sp>
        <p:nvSpPr>
          <p:cNvPr id="89" name="Google Shape;89;p10"/>
          <p:cNvSpPr txBox="1"/>
          <p:nvPr>
            <p:ph type="title"/>
          </p:nvPr>
        </p:nvSpPr>
        <p:spPr>
          <a:xfrm>
            <a:off x="836613" y="2590800"/>
            <a:ext cx="3276599" cy="192405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3200"/>
              <a:buFont typeface="Century Gothic"/>
              <a:buNone/>
              <a:defRPr b="0"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0" name="Google Shape;90;p10"/>
          <p:cNvSpPr/>
          <p:nvPr/>
        </p:nvSpPr>
        <p:spPr>
          <a:xfrm>
            <a:off x="5103812" y="457200"/>
            <a:ext cx="6629400" cy="59436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descr="An empty placeholder to add an image. Click on the placeholder and select the image that you wish to add" id="91" name="Google Shape;91;p10"/>
          <p:cNvSpPr/>
          <p:nvPr>
            <p:ph idx="2" type="pic"/>
          </p:nvPr>
        </p:nvSpPr>
        <p:spPr>
          <a:xfrm>
            <a:off x="5484812" y="836610"/>
            <a:ext cx="5867401" cy="5183190"/>
          </a:xfrm>
          <a:prstGeom prst="rect">
            <a:avLst/>
          </a:prstGeom>
          <a:solidFill>
            <a:schemeClr val="lt2"/>
          </a:solidFill>
          <a:ln>
            <a:noFill/>
          </a:ln>
        </p:spPr>
      </p:sp>
      <p:sp>
        <p:nvSpPr>
          <p:cNvPr id="92" name="Google Shape;92;p10"/>
          <p:cNvSpPr txBox="1"/>
          <p:nvPr>
            <p:ph idx="1" type="body"/>
          </p:nvPr>
        </p:nvSpPr>
        <p:spPr>
          <a:xfrm>
            <a:off x="836613" y="4648200"/>
            <a:ext cx="3276599" cy="13716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600"/>
              </a:spcBef>
              <a:spcAft>
                <a:spcPts val="0"/>
              </a:spcAft>
              <a:buSzPts val="1600"/>
              <a:buNone/>
              <a:defRPr sz="1600"/>
            </a:lvl1pPr>
            <a:lvl2pPr indent="-228600" lvl="1" marL="914400" algn="l">
              <a:lnSpc>
                <a:spcPct val="90000"/>
              </a:lnSpc>
              <a:spcBef>
                <a:spcPts val="800"/>
              </a:spcBef>
              <a:spcAft>
                <a:spcPts val="0"/>
              </a:spcAft>
              <a:buSzPts val="1200"/>
              <a:buNone/>
              <a:defRPr sz="1200"/>
            </a:lvl2pPr>
            <a:lvl3pPr indent="-228600" lvl="2" marL="1371600" algn="l">
              <a:lnSpc>
                <a:spcPct val="90000"/>
              </a:lnSpc>
              <a:spcBef>
                <a:spcPts val="600"/>
              </a:spcBef>
              <a:spcAft>
                <a:spcPts val="0"/>
              </a:spcAft>
              <a:buSzPts val="1000"/>
              <a:buNone/>
              <a:defRPr sz="1000"/>
            </a:lvl3pPr>
            <a:lvl4pPr indent="-228600" lvl="3" marL="1828800" algn="l">
              <a:lnSpc>
                <a:spcPct val="90000"/>
              </a:lnSpc>
              <a:spcBef>
                <a:spcPts val="600"/>
              </a:spcBef>
              <a:spcAft>
                <a:spcPts val="0"/>
              </a:spcAft>
              <a:buSzPts val="900"/>
              <a:buNone/>
              <a:defRPr sz="900"/>
            </a:lvl4pPr>
            <a:lvl5pPr indent="-228600" lvl="4" marL="2286000" algn="l">
              <a:lnSpc>
                <a:spcPct val="90000"/>
              </a:lnSpc>
              <a:spcBef>
                <a:spcPts val="600"/>
              </a:spcBef>
              <a:spcAft>
                <a:spcPts val="0"/>
              </a:spcAft>
              <a:buSzPts val="900"/>
              <a:buNone/>
              <a:defRPr sz="900"/>
            </a:lvl5pPr>
            <a:lvl6pPr indent="-228600" lvl="5" marL="2743200" algn="l">
              <a:lnSpc>
                <a:spcPct val="90000"/>
              </a:lnSpc>
              <a:spcBef>
                <a:spcPts val="600"/>
              </a:spcBef>
              <a:spcAft>
                <a:spcPts val="0"/>
              </a:spcAft>
              <a:buClr>
                <a:schemeClr val="dk1"/>
              </a:buClr>
              <a:buSzPts val="900"/>
              <a:buNone/>
              <a:defRPr sz="900"/>
            </a:lvl6pPr>
            <a:lvl7pPr indent="-228600" lvl="6" marL="3200400" algn="l">
              <a:lnSpc>
                <a:spcPct val="90000"/>
              </a:lnSpc>
              <a:spcBef>
                <a:spcPts val="600"/>
              </a:spcBef>
              <a:spcAft>
                <a:spcPts val="0"/>
              </a:spcAft>
              <a:buClr>
                <a:schemeClr val="dk1"/>
              </a:buClr>
              <a:buSzPts val="900"/>
              <a:buNone/>
              <a:defRPr sz="900"/>
            </a:lvl7pPr>
            <a:lvl8pPr indent="-228600" lvl="7" marL="3657600" algn="l">
              <a:lnSpc>
                <a:spcPct val="90000"/>
              </a:lnSpc>
              <a:spcBef>
                <a:spcPts val="600"/>
              </a:spcBef>
              <a:spcAft>
                <a:spcPts val="0"/>
              </a:spcAft>
              <a:buClr>
                <a:schemeClr val="dk1"/>
              </a:buClr>
              <a:buSzPts val="900"/>
              <a:buNone/>
              <a:defRPr sz="900"/>
            </a:lvl8pPr>
            <a:lvl9pPr indent="-228600" lvl="8" marL="4114800" algn="l">
              <a:lnSpc>
                <a:spcPct val="90000"/>
              </a:lnSpc>
              <a:spcBef>
                <a:spcPts val="600"/>
              </a:spcBef>
              <a:spcAft>
                <a:spcPts val="0"/>
              </a:spcAft>
              <a:buClr>
                <a:schemeClr val="dk1"/>
              </a:buClr>
              <a:buSzPts val="900"/>
              <a:buNone/>
              <a:defRPr sz="900"/>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3" name="Shape 93"/>
        <p:cNvGrpSpPr/>
        <p:nvPr/>
      </p:nvGrpSpPr>
      <p:grpSpPr>
        <a:xfrm>
          <a:off x="0" y="0"/>
          <a:ext cx="0" cy="0"/>
          <a:chOff x="0" y="0"/>
          <a:chExt cx="0" cy="0"/>
        </a:xfrm>
      </p:grpSpPr>
      <p:sp>
        <p:nvSpPr>
          <p:cNvPr id="94" name="Google Shape;94;p11"/>
          <p:cNvSpPr txBox="1"/>
          <p:nvPr>
            <p:ph type="title"/>
          </p:nvPr>
        </p:nvSpPr>
        <p:spPr>
          <a:xfrm>
            <a:off x="1522414" y="533400"/>
            <a:ext cx="9601200" cy="11430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5" name="Google Shape;95;p11"/>
          <p:cNvSpPr txBox="1"/>
          <p:nvPr>
            <p:ph idx="1" type="body"/>
          </p:nvPr>
        </p:nvSpPr>
        <p:spPr>
          <a:xfrm rot="5400000">
            <a:off x="4227514" y="-876300"/>
            <a:ext cx="4191000" cy="960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800"/>
              </a:spcBef>
              <a:spcAft>
                <a:spcPts val="0"/>
              </a:spcAft>
              <a:buSzPts val="1800"/>
              <a:buChar char="•"/>
              <a:defRPr/>
            </a:lvl1pPr>
            <a:lvl2pPr indent="-342900" lvl="1" marL="914400" algn="l">
              <a:lnSpc>
                <a:spcPct val="90000"/>
              </a:lnSpc>
              <a:spcBef>
                <a:spcPts val="800"/>
              </a:spcBef>
              <a:spcAft>
                <a:spcPts val="0"/>
              </a:spcAft>
              <a:buSzPts val="1800"/>
              <a:buChar char="–"/>
              <a:defRPr/>
            </a:lvl2pPr>
            <a:lvl3pPr indent="-342900" lvl="2" marL="1371600" algn="l">
              <a:lnSpc>
                <a:spcPct val="90000"/>
              </a:lnSpc>
              <a:spcBef>
                <a:spcPts val="600"/>
              </a:spcBef>
              <a:spcAft>
                <a:spcPts val="0"/>
              </a:spcAft>
              <a:buSzPts val="1800"/>
              <a:buChar char="•"/>
              <a:defRPr/>
            </a:lvl3pPr>
            <a:lvl4pPr indent="-342900" lvl="3" marL="1828800" algn="l">
              <a:lnSpc>
                <a:spcPct val="90000"/>
              </a:lnSpc>
              <a:spcBef>
                <a:spcPts val="600"/>
              </a:spcBef>
              <a:spcAft>
                <a:spcPts val="0"/>
              </a:spcAft>
              <a:buSzPts val="1800"/>
              <a:buChar char="–"/>
              <a:defRPr/>
            </a:lvl4pPr>
            <a:lvl5pPr indent="-317500" lvl="4" marL="2286000" algn="l">
              <a:lnSpc>
                <a:spcPct val="90000"/>
              </a:lnSpc>
              <a:spcBef>
                <a:spcPts val="600"/>
              </a:spcBef>
              <a:spcAft>
                <a:spcPts val="0"/>
              </a:spcAft>
              <a:buSzPts val="1400"/>
              <a:buChar char="•"/>
              <a:defRPr/>
            </a:lvl5pPr>
            <a:lvl6pPr indent="-317500" lvl="5" marL="2743200" algn="l">
              <a:lnSpc>
                <a:spcPct val="90000"/>
              </a:lnSpc>
              <a:spcBef>
                <a:spcPts val="600"/>
              </a:spcBef>
              <a:spcAft>
                <a:spcPts val="0"/>
              </a:spcAft>
              <a:buClr>
                <a:schemeClr val="dk1"/>
              </a:buClr>
              <a:buSzPts val="1400"/>
              <a:buChar char="–"/>
              <a:defRPr/>
            </a:lvl6pPr>
            <a:lvl7pPr indent="-317500" lvl="6" marL="3200400" algn="l">
              <a:lnSpc>
                <a:spcPct val="90000"/>
              </a:lnSpc>
              <a:spcBef>
                <a:spcPts val="600"/>
              </a:spcBef>
              <a:spcAft>
                <a:spcPts val="0"/>
              </a:spcAft>
              <a:buClr>
                <a:schemeClr val="dk1"/>
              </a:buClr>
              <a:buSzPts val="1400"/>
              <a:buChar char="•"/>
              <a:defRPr/>
            </a:lvl7pPr>
            <a:lvl8pPr indent="-317500" lvl="7" marL="3657600" algn="l">
              <a:lnSpc>
                <a:spcPct val="90000"/>
              </a:lnSpc>
              <a:spcBef>
                <a:spcPts val="600"/>
              </a:spcBef>
              <a:spcAft>
                <a:spcPts val="0"/>
              </a:spcAft>
              <a:buClr>
                <a:schemeClr val="dk1"/>
              </a:buClr>
              <a:buSzPts val="1400"/>
              <a:buChar char="–"/>
              <a:defRPr/>
            </a:lvl8pPr>
            <a:lvl9pPr indent="-317500" lvl="8" marL="4114800" algn="l">
              <a:lnSpc>
                <a:spcPct val="90000"/>
              </a:lnSpc>
              <a:spcBef>
                <a:spcPts val="600"/>
              </a:spcBef>
              <a:spcAft>
                <a:spcPts val="0"/>
              </a:spcAft>
              <a:buClr>
                <a:schemeClr val="dk1"/>
              </a:buClr>
              <a:buSzPts val="1400"/>
              <a:buChar char="•"/>
              <a:defRPr/>
            </a:lvl9pPr>
          </a:lstStyle>
          <a:p/>
        </p:txBody>
      </p:sp>
      <p:sp>
        <p:nvSpPr>
          <p:cNvPr id="96" name="Google Shape;96;p11"/>
          <p:cNvSpPr txBox="1"/>
          <p:nvPr>
            <p:ph idx="11" type="ftr"/>
          </p:nvPr>
        </p:nvSpPr>
        <p:spPr>
          <a:xfrm>
            <a:off x="1517950" y="6172200"/>
            <a:ext cx="6862462" cy="273049"/>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11"/>
          <p:cNvSpPr txBox="1"/>
          <p:nvPr>
            <p:ph idx="10" type="dt"/>
          </p:nvPr>
        </p:nvSpPr>
        <p:spPr>
          <a:xfrm>
            <a:off x="8609012" y="6172200"/>
            <a:ext cx="1320059" cy="273049"/>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11"/>
          <p:cNvSpPr txBox="1"/>
          <p:nvPr>
            <p:ph idx="12" type="sldNum"/>
          </p:nvPr>
        </p:nvSpPr>
        <p:spPr>
          <a:xfrm>
            <a:off x="10133012" y="6172200"/>
            <a:ext cx="990601" cy="273049"/>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9" name="Shape 99"/>
        <p:cNvGrpSpPr/>
        <p:nvPr/>
      </p:nvGrpSpPr>
      <p:grpSpPr>
        <a:xfrm>
          <a:off x="0" y="0"/>
          <a:ext cx="0" cy="0"/>
          <a:chOff x="0" y="0"/>
          <a:chExt cx="0" cy="0"/>
        </a:xfrm>
      </p:grpSpPr>
      <p:sp>
        <p:nvSpPr>
          <p:cNvPr id="100" name="Google Shape;100;p12"/>
          <p:cNvSpPr txBox="1"/>
          <p:nvPr>
            <p:ph type="title"/>
          </p:nvPr>
        </p:nvSpPr>
        <p:spPr>
          <a:xfrm rot="5400000">
            <a:off x="7641430" y="2643982"/>
            <a:ext cx="5592764" cy="13716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1" name="Google Shape;101;p12"/>
          <p:cNvSpPr txBox="1"/>
          <p:nvPr>
            <p:ph idx="1" type="body"/>
          </p:nvPr>
        </p:nvSpPr>
        <p:spPr>
          <a:xfrm rot="5400000">
            <a:off x="2764630" y="-708818"/>
            <a:ext cx="5592764" cy="807720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800"/>
              </a:spcBef>
              <a:spcAft>
                <a:spcPts val="0"/>
              </a:spcAft>
              <a:buSzPts val="1800"/>
              <a:buChar char="•"/>
              <a:defRPr/>
            </a:lvl1pPr>
            <a:lvl2pPr indent="-342900" lvl="1" marL="914400" algn="l">
              <a:lnSpc>
                <a:spcPct val="90000"/>
              </a:lnSpc>
              <a:spcBef>
                <a:spcPts val="800"/>
              </a:spcBef>
              <a:spcAft>
                <a:spcPts val="0"/>
              </a:spcAft>
              <a:buSzPts val="1800"/>
              <a:buChar char="–"/>
              <a:defRPr/>
            </a:lvl2pPr>
            <a:lvl3pPr indent="-342900" lvl="2" marL="1371600" algn="l">
              <a:lnSpc>
                <a:spcPct val="90000"/>
              </a:lnSpc>
              <a:spcBef>
                <a:spcPts val="600"/>
              </a:spcBef>
              <a:spcAft>
                <a:spcPts val="0"/>
              </a:spcAft>
              <a:buSzPts val="1800"/>
              <a:buChar char="•"/>
              <a:defRPr/>
            </a:lvl3pPr>
            <a:lvl4pPr indent="-342900" lvl="3" marL="1828800" algn="l">
              <a:lnSpc>
                <a:spcPct val="90000"/>
              </a:lnSpc>
              <a:spcBef>
                <a:spcPts val="600"/>
              </a:spcBef>
              <a:spcAft>
                <a:spcPts val="0"/>
              </a:spcAft>
              <a:buSzPts val="1800"/>
              <a:buChar char="–"/>
              <a:defRPr/>
            </a:lvl4pPr>
            <a:lvl5pPr indent="-317500" lvl="4" marL="2286000" algn="l">
              <a:lnSpc>
                <a:spcPct val="90000"/>
              </a:lnSpc>
              <a:spcBef>
                <a:spcPts val="600"/>
              </a:spcBef>
              <a:spcAft>
                <a:spcPts val="0"/>
              </a:spcAft>
              <a:buSzPts val="1400"/>
              <a:buChar char="•"/>
              <a:defRPr/>
            </a:lvl5pPr>
            <a:lvl6pPr indent="-317500" lvl="5" marL="2743200" algn="l">
              <a:lnSpc>
                <a:spcPct val="90000"/>
              </a:lnSpc>
              <a:spcBef>
                <a:spcPts val="600"/>
              </a:spcBef>
              <a:spcAft>
                <a:spcPts val="0"/>
              </a:spcAft>
              <a:buClr>
                <a:schemeClr val="dk1"/>
              </a:buClr>
              <a:buSzPts val="1400"/>
              <a:buChar char="–"/>
              <a:defRPr/>
            </a:lvl6pPr>
            <a:lvl7pPr indent="-317500" lvl="6" marL="3200400" algn="l">
              <a:lnSpc>
                <a:spcPct val="90000"/>
              </a:lnSpc>
              <a:spcBef>
                <a:spcPts val="600"/>
              </a:spcBef>
              <a:spcAft>
                <a:spcPts val="0"/>
              </a:spcAft>
              <a:buClr>
                <a:schemeClr val="dk1"/>
              </a:buClr>
              <a:buSzPts val="1400"/>
              <a:buChar char="•"/>
              <a:defRPr/>
            </a:lvl7pPr>
            <a:lvl8pPr indent="-317500" lvl="7" marL="3657600" algn="l">
              <a:lnSpc>
                <a:spcPct val="90000"/>
              </a:lnSpc>
              <a:spcBef>
                <a:spcPts val="600"/>
              </a:spcBef>
              <a:spcAft>
                <a:spcPts val="0"/>
              </a:spcAft>
              <a:buClr>
                <a:schemeClr val="dk1"/>
              </a:buClr>
              <a:buSzPts val="1400"/>
              <a:buChar char="–"/>
              <a:defRPr/>
            </a:lvl8pPr>
            <a:lvl9pPr indent="-317500" lvl="8" marL="4114800" algn="l">
              <a:lnSpc>
                <a:spcPct val="90000"/>
              </a:lnSpc>
              <a:spcBef>
                <a:spcPts val="600"/>
              </a:spcBef>
              <a:spcAft>
                <a:spcPts val="0"/>
              </a:spcAft>
              <a:buClr>
                <a:schemeClr val="dk1"/>
              </a:buClr>
              <a:buSzPts val="1400"/>
              <a:buChar char="•"/>
              <a:defRPr/>
            </a:lvl9pPr>
          </a:lstStyle>
          <a:p/>
        </p:txBody>
      </p:sp>
      <p:sp>
        <p:nvSpPr>
          <p:cNvPr id="102" name="Google Shape;102;p12"/>
          <p:cNvSpPr txBox="1"/>
          <p:nvPr>
            <p:ph idx="11" type="ftr"/>
          </p:nvPr>
        </p:nvSpPr>
        <p:spPr>
          <a:xfrm>
            <a:off x="1517950" y="6172200"/>
            <a:ext cx="6862462" cy="273049"/>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12"/>
          <p:cNvSpPr txBox="1"/>
          <p:nvPr>
            <p:ph idx="10" type="dt"/>
          </p:nvPr>
        </p:nvSpPr>
        <p:spPr>
          <a:xfrm>
            <a:off x="8609012" y="6172200"/>
            <a:ext cx="1320059" cy="273049"/>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12"/>
          <p:cNvSpPr txBox="1"/>
          <p:nvPr>
            <p:ph idx="12" type="sldNum"/>
          </p:nvPr>
        </p:nvSpPr>
        <p:spPr>
          <a:xfrm>
            <a:off x="10133012" y="6172200"/>
            <a:ext cx="990601" cy="273049"/>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grpSp>
        <p:nvGrpSpPr>
          <p:cNvPr id="10" name="Google Shape;10;p1"/>
          <p:cNvGrpSpPr/>
          <p:nvPr/>
        </p:nvGrpSpPr>
        <p:grpSpPr>
          <a:xfrm>
            <a:off x="-1" y="0"/>
            <a:ext cx="12188825" cy="6858000"/>
            <a:chOff x="-1" y="0"/>
            <a:chExt cx="12188825" cy="6858000"/>
          </a:xfrm>
        </p:grpSpPr>
        <p:sp>
          <p:nvSpPr>
            <p:cNvPr id="11" name="Google Shape;11;p1"/>
            <p:cNvSpPr/>
            <p:nvPr/>
          </p:nvSpPr>
          <p:spPr>
            <a:xfrm>
              <a:off x="4164514" y="6705600"/>
              <a:ext cx="8024310" cy="152400"/>
            </a:xfrm>
            <a:prstGeom prst="rect">
              <a:avLst/>
            </a:prstGeom>
            <a:gradFill>
              <a:gsLst>
                <a:gs pos="0">
                  <a:srgbClr val="D8ECFB"/>
                </a:gs>
                <a:gs pos="100000">
                  <a:srgbClr val="1480D1"/>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Gulim"/>
                <a:ea typeface="Gulim"/>
                <a:cs typeface="Gulim"/>
                <a:sym typeface="Gulim"/>
              </a:endParaRPr>
            </a:p>
          </p:txBody>
        </p:sp>
        <p:sp>
          <p:nvSpPr>
            <p:cNvPr id="12" name="Google Shape;12;p1"/>
            <p:cNvSpPr/>
            <p:nvPr/>
          </p:nvSpPr>
          <p:spPr>
            <a:xfrm>
              <a:off x="11680956" y="1981200"/>
              <a:ext cx="507868" cy="4267200"/>
            </a:xfrm>
            <a:prstGeom prst="rect">
              <a:avLst/>
            </a:prstGeom>
            <a:gradFill>
              <a:gsLst>
                <a:gs pos="0">
                  <a:srgbClr val="E7CCE7"/>
                </a:gs>
                <a:gs pos="100000">
                  <a:srgbClr val="B968B7"/>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Gulim"/>
                <a:ea typeface="Gulim"/>
                <a:cs typeface="Gulim"/>
                <a:sym typeface="Gulim"/>
              </a:endParaRPr>
            </a:p>
          </p:txBody>
        </p:sp>
        <p:sp>
          <p:nvSpPr>
            <p:cNvPr id="13" name="Google Shape;13;p1"/>
            <p:cNvSpPr/>
            <p:nvPr/>
          </p:nvSpPr>
          <p:spPr>
            <a:xfrm>
              <a:off x="-1" y="5257800"/>
              <a:ext cx="609441" cy="152400"/>
            </a:xfrm>
            <a:prstGeom prst="rect">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Gulim"/>
                <a:ea typeface="Gulim"/>
                <a:cs typeface="Gulim"/>
                <a:sym typeface="Gulim"/>
              </a:endParaRPr>
            </a:p>
          </p:txBody>
        </p:sp>
        <p:sp>
          <p:nvSpPr>
            <p:cNvPr id="14" name="Google Shape;14;p1"/>
            <p:cNvSpPr/>
            <p:nvPr/>
          </p:nvSpPr>
          <p:spPr>
            <a:xfrm>
              <a:off x="-1" y="5410200"/>
              <a:ext cx="609441" cy="1447800"/>
            </a:xfrm>
            <a:prstGeom prst="rect">
              <a:avLst/>
            </a:prstGeom>
            <a:solidFill>
              <a:srgbClr val="DDDDDD"/>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Gulim"/>
                <a:ea typeface="Gulim"/>
                <a:cs typeface="Gulim"/>
                <a:sym typeface="Gulim"/>
              </a:endParaRPr>
            </a:p>
          </p:txBody>
        </p:sp>
        <p:sp>
          <p:nvSpPr>
            <p:cNvPr id="15" name="Google Shape;15;p1"/>
            <p:cNvSpPr/>
            <p:nvPr/>
          </p:nvSpPr>
          <p:spPr>
            <a:xfrm>
              <a:off x="11680956" y="0"/>
              <a:ext cx="507868" cy="198120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Gulim"/>
                <a:ea typeface="Gulim"/>
                <a:cs typeface="Gulim"/>
                <a:sym typeface="Gulim"/>
              </a:endParaRPr>
            </a:p>
          </p:txBody>
        </p:sp>
        <p:sp>
          <p:nvSpPr>
            <p:cNvPr id="16" name="Google Shape;16;p1"/>
            <p:cNvSpPr/>
            <p:nvPr/>
          </p:nvSpPr>
          <p:spPr>
            <a:xfrm>
              <a:off x="7618015" y="0"/>
              <a:ext cx="4062942" cy="304800"/>
            </a:xfrm>
            <a:prstGeom prst="rect">
              <a:avLst/>
            </a:prstGeom>
            <a:solidFill>
              <a:schemeClr val="accent1"/>
            </a:solidFill>
            <a:ln cap="flat" cmpd="sng" w="9525">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Gulim"/>
                <a:ea typeface="Gulim"/>
                <a:cs typeface="Gulim"/>
                <a:sym typeface="Gulim"/>
              </a:endParaRPr>
            </a:p>
          </p:txBody>
        </p:sp>
        <p:sp>
          <p:nvSpPr>
            <p:cNvPr id="17" name="Google Shape;17;p1"/>
            <p:cNvSpPr/>
            <p:nvPr/>
          </p:nvSpPr>
          <p:spPr>
            <a:xfrm>
              <a:off x="609440" y="304800"/>
              <a:ext cx="711015" cy="762000"/>
            </a:xfrm>
            <a:prstGeom prst="rect">
              <a:avLst/>
            </a:prstGeom>
            <a:solidFill>
              <a:srgbClr val="7E6483">
                <a:alpha val="50196"/>
              </a:srgbClr>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Gulim"/>
                <a:ea typeface="Gulim"/>
                <a:cs typeface="Gulim"/>
                <a:sym typeface="Gulim"/>
              </a:endParaRPr>
            </a:p>
          </p:txBody>
        </p:sp>
        <p:sp>
          <p:nvSpPr>
            <p:cNvPr id="18" name="Google Shape;18;p1"/>
            <p:cNvSpPr/>
            <p:nvPr/>
          </p:nvSpPr>
          <p:spPr>
            <a:xfrm>
              <a:off x="-1" y="1066800"/>
              <a:ext cx="609441" cy="4191000"/>
            </a:xfrm>
            <a:prstGeom prst="rect">
              <a:avLst/>
            </a:prstGeom>
            <a:gradFill>
              <a:gsLst>
                <a:gs pos="0">
                  <a:srgbClr val="7E6483"/>
                </a:gs>
                <a:gs pos="100000">
                  <a:schemeClr val="lt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Gulim"/>
                <a:ea typeface="Gulim"/>
                <a:cs typeface="Gulim"/>
                <a:sym typeface="Gulim"/>
              </a:endParaRPr>
            </a:p>
          </p:txBody>
        </p:sp>
        <p:sp>
          <p:nvSpPr>
            <p:cNvPr id="19" name="Google Shape;19;p1"/>
            <p:cNvSpPr/>
            <p:nvPr/>
          </p:nvSpPr>
          <p:spPr>
            <a:xfrm>
              <a:off x="-1" y="304800"/>
              <a:ext cx="609441" cy="76200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Gulim"/>
                <a:ea typeface="Gulim"/>
                <a:cs typeface="Gulim"/>
                <a:sym typeface="Gulim"/>
              </a:endParaRPr>
            </a:p>
          </p:txBody>
        </p:sp>
        <p:sp>
          <p:nvSpPr>
            <p:cNvPr id="20" name="Google Shape;20;p1"/>
            <p:cNvSpPr/>
            <p:nvPr/>
          </p:nvSpPr>
          <p:spPr>
            <a:xfrm>
              <a:off x="-1" y="0"/>
              <a:ext cx="1320456" cy="304800"/>
            </a:xfrm>
            <a:prstGeom prst="rect">
              <a:avLst/>
            </a:prstGeom>
            <a:solidFill>
              <a:schemeClr val="accent1"/>
            </a:solidFill>
            <a:ln cap="flat" cmpd="sng" w="1905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Gulim"/>
                <a:ea typeface="Gulim"/>
                <a:cs typeface="Gulim"/>
                <a:sym typeface="Gulim"/>
              </a:endParaRPr>
            </a:p>
          </p:txBody>
        </p:sp>
        <p:sp>
          <p:nvSpPr>
            <p:cNvPr id="21" name="Google Shape;21;p1"/>
            <p:cNvSpPr/>
            <p:nvPr/>
          </p:nvSpPr>
          <p:spPr>
            <a:xfrm>
              <a:off x="1320455" y="0"/>
              <a:ext cx="6297560" cy="304800"/>
            </a:xfrm>
            <a:prstGeom prst="rect">
              <a:avLst/>
            </a:prstGeom>
            <a:solidFill>
              <a:schemeClr val="lt1"/>
            </a:solidFill>
            <a:ln cap="flat" cmpd="sng" w="9525">
              <a:solidFill>
                <a:srgbClr val="80808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Gulim"/>
                <a:ea typeface="Gulim"/>
                <a:cs typeface="Gulim"/>
                <a:sym typeface="Gulim"/>
              </a:endParaRPr>
            </a:p>
          </p:txBody>
        </p:sp>
        <p:cxnSp>
          <p:nvCxnSpPr>
            <p:cNvPr id="22" name="Google Shape;22;p1"/>
            <p:cNvCxnSpPr/>
            <p:nvPr/>
          </p:nvCxnSpPr>
          <p:spPr>
            <a:xfrm rot="10800000">
              <a:off x="609440" y="304800"/>
              <a:ext cx="0" cy="6553200"/>
            </a:xfrm>
            <a:prstGeom prst="straightConnector1">
              <a:avLst/>
            </a:prstGeom>
            <a:noFill/>
            <a:ln cap="flat" cmpd="sng" w="76200">
              <a:solidFill>
                <a:srgbClr val="808080"/>
              </a:solidFill>
              <a:prstDash val="solid"/>
              <a:round/>
              <a:headEnd len="med" w="med" type="none"/>
              <a:tailEnd len="med" w="med" type="none"/>
            </a:ln>
          </p:spPr>
        </p:cxnSp>
        <p:cxnSp>
          <p:nvCxnSpPr>
            <p:cNvPr id="23" name="Google Shape;23;p1"/>
            <p:cNvCxnSpPr/>
            <p:nvPr/>
          </p:nvCxnSpPr>
          <p:spPr>
            <a:xfrm>
              <a:off x="609440" y="6705600"/>
              <a:ext cx="11579384" cy="0"/>
            </a:xfrm>
            <a:prstGeom prst="straightConnector1">
              <a:avLst/>
            </a:prstGeom>
            <a:noFill/>
            <a:ln cap="flat" cmpd="sng" w="57150">
              <a:solidFill>
                <a:srgbClr val="808080"/>
              </a:solidFill>
              <a:prstDash val="solid"/>
              <a:round/>
              <a:headEnd len="med" w="med" type="none"/>
              <a:tailEnd len="med" w="med" type="none"/>
            </a:ln>
          </p:spPr>
        </p:cxnSp>
        <p:cxnSp>
          <p:nvCxnSpPr>
            <p:cNvPr id="24" name="Google Shape;24;p1"/>
            <p:cNvCxnSpPr/>
            <p:nvPr/>
          </p:nvCxnSpPr>
          <p:spPr>
            <a:xfrm rot="10800000">
              <a:off x="11680956" y="0"/>
              <a:ext cx="0" cy="6705600"/>
            </a:xfrm>
            <a:prstGeom prst="straightConnector1">
              <a:avLst/>
            </a:prstGeom>
            <a:noFill/>
            <a:ln cap="flat" cmpd="sng" w="57150">
              <a:solidFill>
                <a:srgbClr val="808080"/>
              </a:solidFill>
              <a:prstDash val="solid"/>
              <a:round/>
              <a:headEnd len="med" w="med" type="none"/>
              <a:tailEnd len="med" w="med" type="none"/>
            </a:ln>
          </p:spPr>
        </p:cxnSp>
        <p:cxnSp>
          <p:nvCxnSpPr>
            <p:cNvPr id="25" name="Google Shape;25;p1"/>
            <p:cNvCxnSpPr/>
            <p:nvPr/>
          </p:nvCxnSpPr>
          <p:spPr>
            <a:xfrm>
              <a:off x="-1" y="304800"/>
              <a:ext cx="12188825" cy="0"/>
            </a:xfrm>
            <a:prstGeom prst="straightConnector1">
              <a:avLst/>
            </a:prstGeom>
            <a:noFill/>
            <a:ln cap="flat" cmpd="sng" w="38100">
              <a:solidFill>
                <a:srgbClr val="808080"/>
              </a:solidFill>
              <a:prstDash val="solid"/>
              <a:round/>
              <a:headEnd len="med" w="med" type="none"/>
              <a:tailEnd len="med" w="med" type="none"/>
            </a:ln>
          </p:spPr>
        </p:cxnSp>
        <p:cxnSp>
          <p:nvCxnSpPr>
            <p:cNvPr id="26" name="Google Shape;26;p1"/>
            <p:cNvCxnSpPr/>
            <p:nvPr/>
          </p:nvCxnSpPr>
          <p:spPr>
            <a:xfrm rot="10800000">
              <a:off x="7618015" y="457200"/>
              <a:ext cx="4570809" cy="0"/>
            </a:xfrm>
            <a:prstGeom prst="straightConnector1">
              <a:avLst/>
            </a:prstGeom>
            <a:noFill/>
            <a:ln cap="flat" cmpd="sng" w="19050">
              <a:solidFill>
                <a:srgbClr val="808080"/>
              </a:solidFill>
              <a:prstDash val="solid"/>
              <a:round/>
              <a:headEnd len="med" w="med" type="none"/>
              <a:tailEnd len="med" w="med" type="none"/>
            </a:ln>
          </p:spPr>
        </p:cxnSp>
        <p:cxnSp>
          <p:nvCxnSpPr>
            <p:cNvPr id="27" name="Google Shape;27;p1"/>
            <p:cNvCxnSpPr/>
            <p:nvPr/>
          </p:nvCxnSpPr>
          <p:spPr>
            <a:xfrm rot="10800000">
              <a:off x="7618015" y="0"/>
              <a:ext cx="0" cy="457200"/>
            </a:xfrm>
            <a:prstGeom prst="straightConnector1">
              <a:avLst/>
            </a:prstGeom>
            <a:noFill/>
            <a:ln cap="flat" cmpd="sng" w="19050">
              <a:solidFill>
                <a:srgbClr val="808080"/>
              </a:solidFill>
              <a:prstDash val="solid"/>
              <a:round/>
              <a:headEnd len="med" w="med" type="none"/>
              <a:tailEnd len="med" w="med" type="none"/>
            </a:ln>
          </p:spPr>
        </p:cxnSp>
        <p:cxnSp>
          <p:nvCxnSpPr>
            <p:cNvPr id="28" name="Google Shape;28;p1"/>
            <p:cNvCxnSpPr/>
            <p:nvPr/>
          </p:nvCxnSpPr>
          <p:spPr>
            <a:xfrm>
              <a:off x="11680956" y="1981200"/>
              <a:ext cx="507868" cy="0"/>
            </a:xfrm>
            <a:prstGeom prst="straightConnector1">
              <a:avLst/>
            </a:prstGeom>
            <a:noFill/>
            <a:ln cap="flat" cmpd="sng" w="28575">
              <a:solidFill>
                <a:schemeClr val="dk1"/>
              </a:solidFill>
              <a:prstDash val="solid"/>
              <a:round/>
              <a:headEnd len="med" w="med" type="none"/>
              <a:tailEnd len="med" w="med" type="none"/>
            </a:ln>
          </p:spPr>
        </p:cxnSp>
        <p:cxnSp>
          <p:nvCxnSpPr>
            <p:cNvPr id="29" name="Google Shape;29;p1"/>
            <p:cNvCxnSpPr/>
            <p:nvPr/>
          </p:nvCxnSpPr>
          <p:spPr>
            <a:xfrm>
              <a:off x="1320455" y="0"/>
              <a:ext cx="0" cy="1066800"/>
            </a:xfrm>
            <a:prstGeom prst="straightConnector1">
              <a:avLst/>
            </a:prstGeom>
            <a:noFill/>
            <a:ln cap="flat" cmpd="sng" w="19050">
              <a:solidFill>
                <a:srgbClr val="808080"/>
              </a:solidFill>
              <a:prstDash val="solid"/>
              <a:round/>
              <a:headEnd len="med" w="med" type="none"/>
              <a:tailEnd len="med" w="med" type="none"/>
            </a:ln>
          </p:spPr>
        </p:cxnSp>
        <p:cxnSp>
          <p:nvCxnSpPr>
            <p:cNvPr id="30" name="Google Shape;30;p1"/>
            <p:cNvCxnSpPr/>
            <p:nvPr/>
          </p:nvCxnSpPr>
          <p:spPr>
            <a:xfrm rot="10800000">
              <a:off x="-1" y="1066800"/>
              <a:ext cx="1320456" cy="0"/>
            </a:xfrm>
            <a:prstGeom prst="straightConnector1">
              <a:avLst/>
            </a:prstGeom>
            <a:noFill/>
            <a:ln cap="flat" cmpd="sng" w="28575">
              <a:solidFill>
                <a:srgbClr val="808080"/>
              </a:solidFill>
              <a:prstDash val="solid"/>
              <a:round/>
              <a:headEnd len="med" w="med" type="none"/>
              <a:tailEnd len="med" w="med" type="none"/>
            </a:ln>
          </p:spPr>
        </p:cxnSp>
        <p:cxnSp>
          <p:nvCxnSpPr>
            <p:cNvPr id="31" name="Google Shape;31;p1"/>
            <p:cNvCxnSpPr/>
            <p:nvPr/>
          </p:nvCxnSpPr>
          <p:spPr>
            <a:xfrm rot="10800000">
              <a:off x="-1" y="5257800"/>
              <a:ext cx="609441" cy="0"/>
            </a:xfrm>
            <a:prstGeom prst="straightConnector1">
              <a:avLst/>
            </a:prstGeom>
            <a:noFill/>
            <a:ln cap="flat" cmpd="sng" w="28575">
              <a:solidFill>
                <a:srgbClr val="808080"/>
              </a:solidFill>
              <a:prstDash val="solid"/>
              <a:round/>
              <a:headEnd len="med" w="med" type="none"/>
              <a:tailEnd len="med" w="med" type="none"/>
            </a:ln>
          </p:spPr>
        </p:cxnSp>
        <p:cxnSp>
          <p:nvCxnSpPr>
            <p:cNvPr id="32" name="Google Shape;32;p1"/>
            <p:cNvCxnSpPr/>
            <p:nvPr/>
          </p:nvCxnSpPr>
          <p:spPr>
            <a:xfrm rot="10800000">
              <a:off x="-1" y="5410200"/>
              <a:ext cx="609441" cy="0"/>
            </a:xfrm>
            <a:prstGeom prst="straightConnector1">
              <a:avLst/>
            </a:prstGeom>
            <a:noFill/>
            <a:ln cap="flat" cmpd="sng" w="28575">
              <a:solidFill>
                <a:schemeClr val="accent1"/>
              </a:solidFill>
              <a:prstDash val="solid"/>
              <a:round/>
              <a:headEnd len="med" w="med" type="none"/>
              <a:tailEnd len="med" w="med" type="none"/>
            </a:ln>
          </p:spPr>
        </p:cxnSp>
      </p:grpSp>
      <p:sp>
        <p:nvSpPr>
          <p:cNvPr id="33" name="Google Shape;33;p1"/>
          <p:cNvSpPr txBox="1"/>
          <p:nvPr>
            <p:ph type="title"/>
          </p:nvPr>
        </p:nvSpPr>
        <p:spPr>
          <a:xfrm>
            <a:off x="1522414" y="533400"/>
            <a:ext cx="9601200" cy="1143000"/>
          </a:xfrm>
          <a:prstGeom prst="rect">
            <a:avLst/>
          </a:prstGeom>
          <a:noFill/>
          <a:ln>
            <a:noFill/>
          </a:ln>
        </p:spPr>
        <p:txBody>
          <a:bodyPr anchorCtr="0" anchor="b" bIns="45700" lIns="91425" spcFirstLastPara="1" rIns="91425" wrap="square" tIns="45700">
            <a:normAutofit/>
          </a:bodyPr>
          <a:lstStyle>
            <a:lvl1pPr lvl="0" marR="0" rtl="0" algn="l">
              <a:lnSpc>
                <a:spcPct val="90000"/>
              </a:lnSpc>
              <a:spcBef>
                <a:spcPts val="0"/>
              </a:spcBef>
              <a:spcAft>
                <a:spcPts val="0"/>
              </a:spcAft>
              <a:buClr>
                <a:schemeClr val="dk2"/>
              </a:buClr>
              <a:buSzPts val="3200"/>
              <a:buFont typeface="Century Gothic"/>
              <a:buNone/>
              <a:defRPr b="0" i="0" sz="3200" u="none" cap="none" strike="noStrike">
                <a:solidFill>
                  <a:schemeClr val="dk2"/>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4" name="Google Shape;34;p1"/>
          <p:cNvSpPr txBox="1"/>
          <p:nvPr>
            <p:ph idx="1" type="body"/>
          </p:nvPr>
        </p:nvSpPr>
        <p:spPr>
          <a:xfrm>
            <a:off x="1522414" y="1828800"/>
            <a:ext cx="9601200" cy="4191000"/>
          </a:xfrm>
          <a:prstGeom prst="rect">
            <a:avLst/>
          </a:prstGeom>
          <a:noFill/>
          <a:ln>
            <a:noFill/>
          </a:ln>
        </p:spPr>
        <p:txBody>
          <a:bodyPr anchorCtr="0" anchor="t" bIns="45700" lIns="91425" spcFirstLastPara="1" rIns="91425" wrap="square" tIns="45700">
            <a:normAutofit/>
          </a:bodyPr>
          <a:lstStyle>
            <a:lvl1pPr indent="-355600" lvl="0" marL="457200" marR="0" rtl="0" algn="l">
              <a:lnSpc>
                <a:spcPct val="90000"/>
              </a:lnSpc>
              <a:spcBef>
                <a:spcPts val="1800"/>
              </a:spcBef>
              <a:spcAft>
                <a:spcPts val="0"/>
              </a:spcAft>
              <a:buClr>
                <a:schemeClr val="accent2"/>
              </a:buClr>
              <a:buSzPts val="2000"/>
              <a:buFont typeface="Arial"/>
              <a:buChar char="•"/>
              <a:defRPr b="0" i="0" sz="2000" u="none" cap="none" strike="noStrike">
                <a:solidFill>
                  <a:schemeClr val="dk1"/>
                </a:solidFill>
                <a:latin typeface="Century Gothic"/>
                <a:ea typeface="Century Gothic"/>
                <a:cs typeface="Century Gothic"/>
                <a:sym typeface="Century Gothic"/>
              </a:defRPr>
            </a:lvl1pPr>
            <a:lvl2pPr indent="-342900" lvl="1" marL="914400" marR="0" rtl="0" algn="l">
              <a:lnSpc>
                <a:spcPct val="90000"/>
              </a:lnSpc>
              <a:spcBef>
                <a:spcPts val="800"/>
              </a:spcBef>
              <a:spcAft>
                <a:spcPts val="0"/>
              </a:spcAft>
              <a:buClr>
                <a:schemeClr val="accent2"/>
              </a:buClr>
              <a:buSzPts val="1800"/>
              <a:buFont typeface="Arial"/>
              <a:buChar char="–"/>
              <a:defRPr b="0" i="0" sz="1800" u="none" cap="none" strike="noStrike">
                <a:solidFill>
                  <a:schemeClr val="dk1"/>
                </a:solidFill>
                <a:latin typeface="Century Gothic"/>
                <a:ea typeface="Century Gothic"/>
                <a:cs typeface="Century Gothic"/>
                <a:sym typeface="Century Gothic"/>
              </a:defRPr>
            </a:lvl2pPr>
            <a:lvl3pPr indent="-330200" lvl="2" marL="1371600" marR="0" rtl="0" algn="l">
              <a:lnSpc>
                <a:spcPct val="90000"/>
              </a:lnSpc>
              <a:spcBef>
                <a:spcPts val="600"/>
              </a:spcBef>
              <a:spcAft>
                <a:spcPts val="0"/>
              </a:spcAft>
              <a:buClr>
                <a:schemeClr val="accent2"/>
              </a:buClr>
              <a:buSzPts val="1600"/>
              <a:buFont typeface="Arial"/>
              <a:buChar char="•"/>
              <a:defRPr b="0" i="0" sz="1600" u="none" cap="none" strike="noStrike">
                <a:solidFill>
                  <a:schemeClr val="dk1"/>
                </a:solidFill>
                <a:latin typeface="Century Gothic"/>
                <a:ea typeface="Century Gothic"/>
                <a:cs typeface="Century Gothic"/>
                <a:sym typeface="Century Gothic"/>
              </a:defRPr>
            </a:lvl3pPr>
            <a:lvl4pPr indent="-317500" lvl="3" marL="1828800" marR="0" rtl="0" algn="l">
              <a:lnSpc>
                <a:spcPct val="90000"/>
              </a:lnSpc>
              <a:spcBef>
                <a:spcPts val="600"/>
              </a:spcBef>
              <a:spcAft>
                <a:spcPts val="0"/>
              </a:spcAft>
              <a:buClr>
                <a:schemeClr val="accent2"/>
              </a:buClr>
              <a:buSzPts val="1400"/>
              <a:buFont typeface="Arial"/>
              <a:buChar char="–"/>
              <a:defRPr b="0" i="0" sz="1400" u="none" cap="none" strike="noStrike">
                <a:solidFill>
                  <a:schemeClr val="dk1"/>
                </a:solidFill>
                <a:latin typeface="Century Gothic"/>
                <a:ea typeface="Century Gothic"/>
                <a:cs typeface="Century Gothic"/>
                <a:sym typeface="Century Gothic"/>
              </a:defRPr>
            </a:lvl4pPr>
            <a:lvl5pPr indent="-317500" lvl="4" marL="2286000" marR="0" rtl="0" algn="l">
              <a:lnSpc>
                <a:spcPct val="90000"/>
              </a:lnSpc>
              <a:spcBef>
                <a:spcPts val="600"/>
              </a:spcBef>
              <a:spcAft>
                <a:spcPts val="0"/>
              </a:spcAft>
              <a:buClr>
                <a:schemeClr val="accent2"/>
              </a:buClr>
              <a:buSzPts val="1400"/>
              <a:buFont typeface="Arial"/>
              <a:buChar char="•"/>
              <a:defRPr b="0" i="0" sz="1400" u="none" cap="none" strike="noStrike">
                <a:solidFill>
                  <a:schemeClr val="dk1"/>
                </a:solidFill>
                <a:latin typeface="Century Gothic"/>
                <a:ea typeface="Century Gothic"/>
                <a:cs typeface="Century Gothic"/>
                <a:sym typeface="Century Gothic"/>
              </a:defRPr>
            </a:lvl5pPr>
            <a:lvl6pPr indent="-317500" lvl="5" marL="2743200" marR="0" rtl="0" algn="l">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Century Gothic"/>
                <a:ea typeface="Century Gothic"/>
                <a:cs typeface="Century Gothic"/>
                <a:sym typeface="Century Gothic"/>
              </a:defRPr>
            </a:lvl6pPr>
            <a:lvl7pPr indent="-317500" lvl="6" marL="3200400" marR="0" rtl="0" algn="l">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Century Gothic"/>
                <a:ea typeface="Century Gothic"/>
                <a:cs typeface="Century Gothic"/>
                <a:sym typeface="Century Gothic"/>
              </a:defRPr>
            </a:lvl7pPr>
            <a:lvl8pPr indent="-317500" lvl="7" marL="3657600" marR="0" rtl="0" algn="l">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Century Gothic"/>
                <a:ea typeface="Century Gothic"/>
                <a:cs typeface="Century Gothic"/>
                <a:sym typeface="Century Gothic"/>
              </a:defRPr>
            </a:lvl8pPr>
            <a:lvl9pPr indent="-317500" lvl="8" marL="4114800" marR="0" rtl="0" algn="l">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Century Gothic"/>
                <a:ea typeface="Century Gothic"/>
                <a:cs typeface="Century Gothic"/>
                <a:sym typeface="Century Gothic"/>
              </a:defRPr>
            </a:lvl9pPr>
          </a:lstStyle>
          <a:p/>
        </p:txBody>
      </p:sp>
      <p:sp>
        <p:nvSpPr>
          <p:cNvPr id="35" name="Google Shape;35;p1"/>
          <p:cNvSpPr txBox="1"/>
          <p:nvPr>
            <p:ph idx="11" type="ftr"/>
          </p:nvPr>
        </p:nvSpPr>
        <p:spPr>
          <a:xfrm>
            <a:off x="1517950" y="6172200"/>
            <a:ext cx="6862462" cy="273049"/>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100" u="none" cap="none" strike="noStrike">
                <a:solidFill>
                  <a:schemeClr val="dk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36" name="Google Shape;36;p1"/>
          <p:cNvSpPr txBox="1"/>
          <p:nvPr>
            <p:ph idx="10" type="dt"/>
          </p:nvPr>
        </p:nvSpPr>
        <p:spPr>
          <a:xfrm>
            <a:off x="8609012" y="6172200"/>
            <a:ext cx="1320059" cy="273049"/>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100" u="none" cap="none" strike="noStrike">
                <a:solidFill>
                  <a:schemeClr val="dk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37" name="Google Shape;37;p1"/>
          <p:cNvSpPr txBox="1"/>
          <p:nvPr>
            <p:ph idx="12" type="sldNum"/>
          </p:nvPr>
        </p:nvSpPr>
        <p:spPr>
          <a:xfrm>
            <a:off x="10133012" y="6172200"/>
            <a:ext cx="990601" cy="273049"/>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100" u="none" cap="none" strike="noStrike">
                <a:solidFill>
                  <a:schemeClr val="dk1"/>
                </a:solidFill>
                <a:latin typeface="Century Gothic"/>
                <a:ea typeface="Century Gothic"/>
                <a:cs typeface="Century Gothic"/>
                <a:sym typeface="Century Gothic"/>
              </a:defRPr>
            </a:lvl1pPr>
            <a:lvl2pPr indent="0" lvl="1" marL="0" marR="0" rtl="0" algn="r">
              <a:spcBef>
                <a:spcPts val="0"/>
              </a:spcBef>
              <a:buNone/>
              <a:defRPr b="0" i="0" sz="1100" u="none" cap="none" strike="noStrike">
                <a:solidFill>
                  <a:schemeClr val="dk1"/>
                </a:solidFill>
                <a:latin typeface="Century Gothic"/>
                <a:ea typeface="Century Gothic"/>
                <a:cs typeface="Century Gothic"/>
                <a:sym typeface="Century Gothic"/>
              </a:defRPr>
            </a:lvl2pPr>
            <a:lvl3pPr indent="0" lvl="2" marL="0" marR="0" rtl="0" algn="r">
              <a:spcBef>
                <a:spcPts val="0"/>
              </a:spcBef>
              <a:buNone/>
              <a:defRPr b="0" i="0" sz="1100" u="none" cap="none" strike="noStrike">
                <a:solidFill>
                  <a:schemeClr val="dk1"/>
                </a:solidFill>
                <a:latin typeface="Century Gothic"/>
                <a:ea typeface="Century Gothic"/>
                <a:cs typeface="Century Gothic"/>
                <a:sym typeface="Century Gothic"/>
              </a:defRPr>
            </a:lvl3pPr>
            <a:lvl4pPr indent="0" lvl="3" marL="0" marR="0" rtl="0" algn="r">
              <a:spcBef>
                <a:spcPts val="0"/>
              </a:spcBef>
              <a:buNone/>
              <a:defRPr b="0" i="0" sz="1100" u="none" cap="none" strike="noStrike">
                <a:solidFill>
                  <a:schemeClr val="dk1"/>
                </a:solidFill>
                <a:latin typeface="Century Gothic"/>
                <a:ea typeface="Century Gothic"/>
                <a:cs typeface="Century Gothic"/>
                <a:sym typeface="Century Gothic"/>
              </a:defRPr>
            </a:lvl4pPr>
            <a:lvl5pPr indent="0" lvl="4" marL="0" marR="0" rtl="0" algn="r">
              <a:spcBef>
                <a:spcPts val="0"/>
              </a:spcBef>
              <a:buNone/>
              <a:defRPr b="0" i="0" sz="1100" u="none" cap="none" strike="noStrike">
                <a:solidFill>
                  <a:schemeClr val="dk1"/>
                </a:solidFill>
                <a:latin typeface="Century Gothic"/>
                <a:ea typeface="Century Gothic"/>
                <a:cs typeface="Century Gothic"/>
                <a:sym typeface="Century Gothic"/>
              </a:defRPr>
            </a:lvl5pPr>
            <a:lvl6pPr indent="0" lvl="5" marL="0" marR="0" rtl="0" algn="r">
              <a:spcBef>
                <a:spcPts val="0"/>
              </a:spcBef>
              <a:buNone/>
              <a:defRPr b="0" i="0" sz="1100" u="none" cap="none" strike="noStrike">
                <a:solidFill>
                  <a:schemeClr val="dk1"/>
                </a:solidFill>
                <a:latin typeface="Century Gothic"/>
                <a:ea typeface="Century Gothic"/>
                <a:cs typeface="Century Gothic"/>
                <a:sym typeface="Century Gothic"/>
              </a:defRPr>
            </a:lvl6pPr>
            <a:lvl7pPr indent="0" lvl="6" marL="0" marR="0" rtl="0" algn="r">
              <a:spcBef>
                <a:spcPts val="0"/>
              </a:spcBef>
              <a:buNone/>
              <a:defRPr b="0" i="0" sz="1100" u="none" cap="none" strike="noStrike">
                <a:solidFill>
                  <a:schemeClr val="dk1"/>
                </a:solidFill>
                <a:latin typeface="Century Gothic"/>
                <a:ea typeface="Century Gothic"/>
                <a:cs typeface="Century Gothic"/>
                <a:sym typeface="Century Gothic"/>
              </a:defRPr>
            </a:lvl7pPr>
            <a:lvl8pPr indent="0" lvl="7" marL="0" marR="0" rtl="0" algn="r">
              <a:spcBef>
                <a:spcPts val="0"/>
              </a:spcBef>
              <a:buNone/>
              <a:defRPr b="0" i="0" sz="1100" u="none" cap="none" strike="noStrike">
                <a:solidFill>
                  <a:schemeClr val="dk1"/>
                </a:solidFill>
                <a:latin typeface="Century Gothic"/>
                <a:ea typeface="Century Gothic"/>
                <a:cs typeface="Century Gothic"/>
                <a:sym typeface="Century Gothic"/>
              </a:defRPr>
            </a:lvl8pPr>
            <a:lvl9pPr indent="0" lvl="8" marL="0" marR="0" rtl="0" algn="r">
              <a:spcBef>
                <a:spcPts val="0"/>
              </a:spcBef>
              <a:buNone/>
              <a:defRPr b="0" i="0" sz="1100" u="none" cap="none" strike="noStrike">
                <a:solidFill>
                  <a:schemeClr val="dk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mc:AlternateContent>
    <mc:Choice Requires="p14">
      <p:transition spd="slow" p14:dur="700">
        <p:fade/>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3"/>
          <p:cNvSpPr txBox="1"/>
          <p:nvPr>
            <p:ph type="title"/>
          </p:nvPr>
        </p:nvSpPr>
        <p:spPr>
          <a:xfrm>
            <a:off x="1662925" y="542700"/>
            <a:ext cx="7583400" cy="11430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2"/>
              </a:buClr>
              <a:buSzPts val="3200"/>
              <a:buFont typeface="Arial"/>
              <a:buNone/>
            </a:pPr>
            <a:r>
              <a:rPr lang="en-US">
                <a:latin typeface="Arial"/>
                <a:ea typeface="Arial"/>
                <a:cs typeface="Arial"/>
                <a:sym typeface="Arial"/>
              </a:rPr>
              <a:t>AI-Based Resume Screening and Job Recommendation System</a:t>
            </a:r>
            <a:endParaRPr>
              <a:latin typeface="Arial"/>
              <a:ea typeface="Arial"/>
              <a:cs typeface="Arial"/>
              <a:sym typeface="Arial"/>
            </a:endParaRPr>
          </a:p>
        </p:txBody>
      </p:sp>
      <p:sp>
        <p:nvSpPr>
          <p:cNvPr id="110" name="Google Shape;110;p13"/>
          <p:cNvSpPr txBox="1"/>
          <p:nvPr>
            <p:ph idx="1" type="body"/>
          </p:nvPr>
        </p:nvSpPr>
        <p:spPr>
          <a:xfrm>
            <a:off x="666464" y="935683"/>
            <a:ext cx="9601200" cy="4759500"/>
          </a:xfrm>
          <a:prstGeom prst="rect">
            <a:avLst/>
          </a:prstGeom>
          <a:noFill/>
          <a:ln>
            <a:noFill/>
          </a:ln>
        </p:spPr>
        <p:txBody>
          <a:bodyPr anchorCtr="0" anchor="t" bIns="45700" lIns="91425" spcFirstLastPara="1" rIns="91425" wrap="square" tIns="45700">
            <a:normAutofit lnSpcReduction="20000"/>
          </a:bodyPr>
          <a:lstStyle/>
          <a:p>
            <a:pPr indent="0" lvl="0" marL="0" rtl="0" algn="ctr">
              <a:lnSpc>
                <a:spcPct val="90000"/>
              </a:lnSpc>
              <a:spcBef>
                <a:spcPts val="0"/>
              </a:spcBef>
              <a:spcAft>
                <a:spcPts val="0"/>
              </a:spcAft>
              <a:buSzPts val="1600"/>
              <a:buNone/>
            </a:pPr>
            <a:r>
              <a:t/>
            </a:r>
            <a:endParaRPr sz="1600">
              <a:latin typeface="Arial"/>
              <a:ea typeface="Arial"/>
              <a:cs typeface="Arial"/>
              <a:sym typeface="Arial"/>
            </a:endParaRPr>
          </a:p>
          <a:p>
            <a:pPr indent="0" lvl="0" marL="0" rtl="0" algn="ctr">
              <a:lnSpc>
                <a:spcPct val="90000"/>
              </a:lnSpc>
              <a:spcBef>
                <a:spcPts val="1800"/>
              </a:spcBef>
              <a:spcAft>
                <a:spcPts val="0"/>
              </a:spcAft>
              <a:buSzPts val="1600"/>
              <a:buNone/>
            </a:pPr>
            <a:r>
              <a:t/>
            </a:r>
            <a:endParaRPr sz="1600">
              <a:latin typeface="Arial"/>
              <a:ea typeface="Arial"/>
              <a:cs typeface="Arial"/>
              <a:sym typeface="Arial"/>
            </a:endParaRPr>
          </a:p>
          <a:p>
            <a:pPr indent="0" lvl="0" marL="0" rtl="0" algn="ctr">
              <a:lnSpc>
                <a:spcPct val="90000"/>
              </a:lnSpc>
              <a:spcBef>
                <a:spcPts val="1800"/>
              </a:spcBef>
              <a:spcAft>
                <a:spcPts val="0"/>
              </a:spcAft>
              <a:buSzPts val="1600"/>
              <a:buNone/>
            </a:pPr>
            <a:r>
              <a:rPr lang="en-US" sz="1600">
                <a:latin typeface="Arial"/>
                <a:ea typeface="Arial"/>
                <a:cs typeface="Arial"/>
                <a:sym typeface="Arial"/>
              </a:rPr>
              <a:t>Department of Computer Science and Engineering </a:t>
            </a:r>
            <a:endParaRPr/>
          </a:p>
          <a:p>
            <a:pPr indent="0" lvl="0" marL="0" rtl="0" algn="ctr">
              <a:lnSpc>
                <a:spcPct val="90000"/>
              </a:lnSpc>
              <a:spcBef>
                <a:spcPts val="1800"/>
              </a:spcBef>
              <a:spcAft>
                <a:spcPts val="0"/>
              </a:spcAft>
              <a:buSzPts val="1600"/>
              <a:buNone/>
            </a:pPr>
            <a:r>
              <a:rPr lang="en-US" sz="1900">
                <a:latin typeface="Arial"/>
                <a:ea typeface="Arial"/>
                <a:cs typeface="Arial"/>
                <a:sym typeface="Arial"/>
              </a:rPr>
              <a:t>Artificial </a:t>
            </a:r>
            <a:r>
              <a:rPr lang="en-US" sz="1900">
                <a:latin typeface="Arial"/>
                <a:ea typeface="Arial"/>
                <a:cs typeface="Arial"/>
                <a:sym typeface="Arial"/>
              </a:rPr>
              <a:t>Intelligence</a:t>
            </a:r>
            <a:r>
              <a:rPr lang="en-US" sz="1900">
                <a:latin typeface="Arial"/>
                <a:ea typeface="Arial"/>
                <a:cs typeface="Arial"/>
                <a:sym typeface="Arial"/>
              </a:rPr>
              <a:t> Machine Learning</a:t>
            </a:r>
            <a:endParaRPr sz="2300"/>
          </a:p>
          <a:p>
            <a:pPr indent="0" lvl="0" marL="0" rtl="0" algn="ctr">
              <a:lnSpc>
                <a:spcPct val="90000"/>
              </a:lnSpc>
              <a:spcBef>
                <a:spcPts val="1800"/>
              </a:spcBef>
              <a:spcAft>
                <a:spcPts val="0"/>
              </a:spcAft>
              <a:buSzPts val="2000"/>
              <a:buNone/>
            </a:pPr>
            <a:r>
              <a:rPr lang="en-US">
                <a:latin typeface="Arial"/>
                <a:ea typeface="Arial"/>
                <a:cs typeface="Arial"/>
                <a:sym typeface="Arial"/>
              </a:rPr>
              <a:t>(Submitted To: </a:t>
            </a:r>
            <a:r>
              <a:rPr b="1" lang="en-US">
                <a:solidFill>
                  <a:srgbClr val="6D1D6B"/>
                </a:solidFill>
                <a:latin typeface="Arial"/>
                <a:ea typeface="Arial"/>
                <a:cs typeface="Arial"/>
                <a:sym typeface="Arial"/>
              </a:rPr>
              <a:t>Ms./Mrs./Dr Shweta</a:t>
            </a:r>
            <a:r>
              <a:rPr lang="en-US">
                <a:latin typeface="Arial"/>
                <a:ea typeface="Arial"/>
                <a:cs typeface="Arial"/>
                <a:sym typeface="Arial"/>
              </a:rPr>
              <a:t>)</a:t>
            </a:r>
            <a:endParaRPr/>
          </a:p>
          <a:p>
            <a:pPr indent="0" lvl="0" marL="0" rtl="0" algn="ctr">
              <a:lnSpc>
                <a:spcPct val="90000"/>
              </a:lnSpc>
              <a:spcBef>
                <a:spcPts val="1800"/>
              </a:spcBef>
              <a:spcAft>
                <a:spcPts val="0"/>
              </a:spcAft>
              <a:buSzPts val="2000"/>
              <a:buNone/>
            </a:pPr>
            <a:r>
              <a:t/>
            </a:r>
            <a:endParaRPr>
              <a:latin typeface="Times New Roman"/>
              <a:ea typeface="Times New Roman"/>
              <a:cs typeface="Times New Roman"/>
              <a:sym typeface="Times New Roman"/>
            </a:endParaRPr>
          </a:p>
          <a:p>
            <a:pPr indent="0" lvl="0" marL="0" rtl="0" algn="ctr">
              <a:lnSpc>
                <a:spcPct val="90000"/>
              </a:lnSpc>
              <a:spcBef>
                <a:spcPts val="1800"/>
              </a:spcBef>
              <a:spcAft>
                <a:spcPts val="0"/>
              </a:spcAft>
              <a:buSzPts val="2000"/>
              <a:buNone/>
            </a:pPr>
            <a:r>
              <a:t/>
            </a:r>
            <a:endParaRPr/>
          </a:p>
          <a:p>
            <a:pPr indent="0" lvl="0" marL="0" rtl="0" algn="ctr">
              <a:lnSpc>
                <a:spcPct val="90000"/>
              </a:lnSpc>
              <a:spcBef>
                <a:spcPts val="1800"/>
              </a:spcBef>
              <a:spcAft>
                <a:spcPts val="0"/>
              </a:spcAft>
              <a:buSzPts val="2000"/>
              <a:buNone/>
            </a:pPr>
            <a:r>
              <a:t/>
            </a:r>
            <a:endParaRPr/>
          </a:p>
          <a:p>
            <a:pPr indent="0" lvl="0" marL="0" rtl="0" algn="ctr">
              <a:lnSpc>
                <a:spcPct val="90000"/>
              </a:lnSpc>
              <a:spcBef>
                <a:spcPts val="1800"/>
              </a:spcBef>
              <a:spcAft>
                <a:spcPts val="0"/>
              </a:spcAft>
              <a:buSzPts val="2000"/>
              <a:buNone/>
            </a:pPr>
            <a:r>
              <a:t/>
            </a:r>
            <a:endParaRPr/>
          </a:p>
          <a:p>
            <a:pPr indent="0" lvl="0" marL="0" rtl="0" algn="ctr">
              <a:lnSpc>
                <a:spcPct val="90000"/>
              </a:lnSpc>
              <a:spcBef>
                <a:spcPts val="1800"/>
              </a:spcBef>
              <a:spcAft>
                <a:spcPts val="0"/>
              </a:spcAft>
              <a:buSzPts val="2000"/>
              <a:buNone/>
            </a:pPr>
            <a:r>
              <a:rPr lang="en-US"/>
              <a:t>Group Members</a:t>
            </a:r>
            <a:endParaRPr/>
          </a:p>
          <a:p>
            <a:pPr indent="0" lvl="0" marL="0" rtl="0" algn="ctr">
              <a:lnSpc>
                <a:spcPct val="90000"/>
              </a:lnSpc>
              <a:spcBef>
                <a:spcPts val="1800"/>
              </a:spcBef>
              <a:spcAft>
                <a:spcPts val="0"/>
              </a:spcAft>
              <a:buSzPts val="2000"/>
              <a:buNone/>
            </a:pPr>
            <a:r>
              <a:t/>
            </a:r>
            <a:endParaRPr/>
          </a:p>
        </p:txBody>
      </p:sp>
      <p:graphicFrame>
        <p:nvGraphicFramePr>
          <p:cNvPr id="111" name="Google Shape;111;p13"/>
          <p:cNvGraphicFramePr/>
          <p:nvPr/>
        </p:nvGraphicFramePr>
        <p:xfrm>
          <a:off x="1921160" y="3315396"/>
          <a:ext cx="3000000" cy="3000000"/>
        </p:xfrm>
        <a:graphic>
          <a:graphicData uri="http://schemas.openxmlformats.org/drawingml/2006/table">
            <a:tbl>
              <a:tblPr bandRow="1" firstRow="1">
                <a:noFill/>
                <a:tableStyleId>{7996F816-988F-47CE-8CA3-8E303943E1F0}</a:tableStyleId>
              </a:tblPr>
              <a:tblGrid>
                <a:gridCol w="1585650"/>
                <a:gridCol w="2008325"/>
                <a:gridCol w="2779350"/>
                <a:gridCol w="1973200"/>
              </a:tblGrid>
              <a:tr h="376250">
                <a:tc>
                  <a:txBody>
                    <a:bodyPr/>
                    <a:lstStyle/>
                    <a:p>
                      <a:pPr indent="0" lvl="0" marL="0" marR="0" rtl="0" algn="ctr">
                        <a:spcBef>
                          <a:spcPts val="0"/>
                        </a:spcBef>
                        <a:spcAft>
                          <a:spcPts val="0"/>
                        </a:spcAft>
                        <a:buNone/>
                      </a:pPr>
                      <a:r>
                        <a:rPr lang="en-US" sz="1400" u="none" cap="none" strike="noStrike">
                          <a:latin typeface="Arial"/>
                          <a:ea typeface="Arial"/>
                          <a:cs typeface="Arial"/>
                          <a:sym typeface="Arial"/>
                        </a:rPr>
                        <a:t>Name of Member</a:t>
                      </a:r>
                      <a:endParaRPr/>
                    </a:p>
                  </a:txBody>
                  <a:tcPr marT="45725" marB="45725" marR="91450" marL="91450"/>
                </a:tc>
                <a:tc>
                  <a:txBody>
                    <a:bodyPr/>
                    <a:lstStyle/>
                    <a:p>
                      <a:pPr indent="0" lvl="0" marL="0" marR="0" rtl="0" algn="ctr">
                        <a:spcBef>
                          <a:spcPts val="0"/>
                        </a:spcBef>
                        <a:spcAft>
                          <a:spcPts val="0"/>
                        </a:spcAft>
                        <a:buNone/>
                      </a:pPr>
                      <a:r>
                        <a:rPr lang="en-US" sz="1400" u="none" cap="none" strike="noStrike">
                          <a:latin typeface="Arial"/>
                          <a:ea typeface="Arial"/>
                          <a:cs typeface="Arial"/>
                          <a:sym typeface="Arial"/>
                        </a:rPr>
                        <a:t>Roll Number</a:t>
                      </a:r>
                      <a:endParaRPr/>
                    </a:p>
                  </a:txBody>
                  <a:tcPr marT="45725" marB="45725" marR="91450" marL="91450"/>
                </a:tc>
                <a:tc>
                  <a:txBody>
                    <a:bodyPr/>
                    <a:lstStyle/>
                    <a:p>
                      <a:pPr indent="0" lvl="0" marL="0" marR="0" rtl="0" algn="ctr">
                        <a:spcBef>
                          <a:spcPts val="0"/>
                        </a:spcBef>
                        <a:spcAft>
                          <a:spcPts val="0"/>
                        </a:spcAft>
                        <a:buNone/>
                      </a:pPr>
                      <a:r>
                        <a:rPr lang="en-US" sz="1400" u="none" cap="none" strike="noStrike">
                          <a:latin typeface="Arial"/>
                          <a:ea typeface="Arial"/>
                          <a:cs typeface="Arial"/>
                          <a:sym typeface="Arial"/>
                        </a:rPr>
                        <a:t>Role</a:t>
                      </a:r>
                      <a:endParaRPr/>
                    </a:p>
                  </a:txBody>
                  <a:tcPr marT="45725" marB="45725" marR="91450" marL="91450"/>
                </a:tc>
                <a:tc>
                  <a:txBody>
                    <a:bodyPr/>
                    <a:lstStyle/>
                    <a:p>
                      <a:pPr indent="0" lvl="0" marL="0" marR="0" rtl="0" algn="ctr">
                        <a:spcBef>
                          <a:spcPts val="0"/>
                        </a:spcBef>
                        <a:spcAft>
                          <a:spcPts val="0"/>
                        </a:spcAft>
                        <a:buNone/>
                      </a:pPr>
                      <a:r>
                        <a:rPr lang="en-US" sz="1400" u="none" cap="none" strike="noStrike">
                          <a:latin typeface="Arial"/>
                          <a:ea typeface="Arial"/>
                          <a:cs typeface="Arial"/>
                          <a:sym typeface="Arial"/>
                        </a:rPr>
                        <a:t>Department </a:t>
                      </a:r>
                      <a:r>
                        <a:rPr lang="en-US">
                          <a:latin typeface="Arial"/>
                          <a:ea typeface="Arial"/>
                          <a:cs typeface="Arial"/>
                          <a:sym typeface="Arial"/>
                        </a:rPr>
                        <a:t>/ </a:t>
                      </a:r>
                      <a:r>
                        <a:rPr lang="en-US" sz="1400" u="none" cap="none" strike="noStrike">
                          <a:latin typeface="Arial"/>
                          <a:ea typeface="Arial"/>
                          <a:cs typeface="Arial"/>
                          <a:sym typeface="Arial"/>
                        </a:rPr>
                        <a:t>Section</a:t>
                      </a:r>
                      <a:endParaRPr/>
                    </a:p>
                  </a:txBody>
                  <a:tcPr marT="45725" marB="45725" marR="91450" marL="91450"/>
                </a:tc>
              </a:tr>
              <a:tr h="369575">
                <a:tc>
                  <a:txBody>
                    <a:bodyPr/>
                    <a:lstStyle/>
                    <a:p>
                      <a:pPr indent="0" lvl="0" marL="0" marR="0" rtl="0" algn="ctr">
                        <a:spcBef>
                          <a:spcPts val="0"/>
                        </a:spcBef>
                        <a:spcAft>
                          <a:spcPts val="0"/>
                        </a:spcAft>
                        <a:buNone/>
                      </a:pPr>
                      <a:r>
                        <a:rPr lang="en-US" sz="1400" u="none" cap="none" strike="noStrike">
                          <a:latin typeface="Arial"/>
                          <a:ea typeface="Arial"/>
                          <a:cs typeface="Arial"/>
                          <a:sym typeface="Arial"/>
                        </a:rPr>
                        <a:t>Team Lead </a:t>
                      </a:r>
                      <a:br>
                        <a:rPr lang="en-US">
                          <a:latin typeface="Arial"/>
                          <a:ea typeface="Arial"/>
                          <a:cs typeface="Arial"/>
                          <a:sym typeface="Arial"/>
                        </a:rPr>
                      </a:br>
                      <a:r>
                        <a:rPr lang="en-US">
                          <a:latin typeface="Arial"/>
                          <a:ea typeface="Arial"/>
                          <a:cs typeface="Arial"/>
                          <a:sym typeface="Arial"/>
                        </a:rPr>
                        <a:t>Ojas Onkar Joshi</a:t>
                      </a:r>
                      <a:endParaRPr sz="1400" u="none" cap="none" strike="noStrike">
                        <a:latin typeface="Arial"/>
                        <a:ea typeface="Arial"/>
                        <a:cs typeface="Arial"/>
                        <a:sym typeface="Arial"/>
                      </a:endParaRPr>
                    </a:p>
                  </a:txBody>
                  <a:tcPr marT="45725" marB="45725" marR="91450" marL="91450"/>
                </a:tc>
                <a:tc>
                  <a:txBody>
                    <a:bodyPr/>
                    <a:lstStyle/>
                    <a:p>
                      <a:pPr indent="0" lvl="0" marL="0" marR="0" rtl="0" algn="ctr">
                        <a:spcBef>
                          <a:spcPts val="0"/>
                        </a:spcBef>
                        <a:spcAft>
                          <a:spcPts val="0"/>
                        </a:spcAft>
                        <a:buNone/>
                      </a:pPr>
                      <a:r>
                        <a:rPr lang="en-US">
                          <a:latin typeface="Arial"/>
                          <a:ea typeface="Arial"/>
                          <a:cs typeface="Arial"/>
                          <a:sym typeface="Arial"/>
                        </a:rPr>
                        <a:t>2401331530152</a:t>
                      </a:r>
                      <a:endParaRPr sz="1400" u="none" cap="none" strike="noStrike">
                        <a:latin typeface="Arial"/>
                        <a:ea typeface="Arial"/>
                        <a:cs typeface="Arial"/>
                        <a:sym typeface="Arial"/>
                      </a:endParaRPr>
                    </a:p>
                  </a:txBody>
                  <a:tcPr marT="45725" marB="45725" marR="91450" marL="91450"/>
                </a:tc>
                <a:tc>
                  <a:txBody>
                    <a:bodyPr/>
                    <a:lstStyle/>
                    <a:p>
                      <a:pPr indent="0" lvl="0" marL="0" marR="0" rtl="0" algn="ctr">
                        <a:spcBef>
                          <a:spcPts val="0"/>
                        </a:spcBef>
                        <a:spcAft>
                          <a:spcPts val="0"/>
                        </a:spcAft>
                        <a:buNone/>
                      </a:pPr>
                      <a:r>
                        <a:rPr lang="en-US">
                          <a:latin typeface="Arial"/>
                          <a:ea typeface="Arial"/>
                          <a:cs typeface="Arial"/>
                          <a:sym typeface="Arial"/>
                        </a:rPr>
                        <a:t>AI/ML Developer, NLP Developer</a:t>
                      </a:r>
                      <a:endParaRPr/>
                    </a:p>
                  </a:txBody>
                  <a:tcPr marT="45725" marB="45725" marR="91450" marL="91450"/>
                </a:tc>
                <a:tc>
                  <a:txBody>
                    <a:bodyPr/>
                    <a:lstStyle/>
                    <a:p>
                      <a:pPr indent="0" lvl="0" marL="0" marR="0" rtl="0" algn="ctr">
                        <a:spcBef>
                          <a:spcPts val="0"/>
                        </a:spcBef>
                        <a:spcAft>
                          <a:spcPts val="0"/>
                        </a:spcAft>
                        <a:buNone/>
                      </a:pPr>
                      <a:r>
                        <a:rPr lang="en-US">
                          <a:latin typeface="Arial"/>
                          <a:ea typeface="Arial"/>
                          <a:cs typeface="Arial"/>
                          <a:sym typeface="Arial"/>
                        </a:rPr>
                        <a:t>AIML C</a:t>
                      </a:r>
                      <a:endParaRPr sz="1400" u="none" cap="none" strike="noStrike">
                        <a:latin typeface="Arial"/>
                        <a:ea typeface="Arial"/>
                        <a:cs typeface="Arial"/>
                        <a:sym typeface="Arial"/>
                      </a:endParaRPr>
                    </a:p>
                  </a:txBody>
                  <a:tcPr marT="45725" marB="45725" marR="91450" marL="91450"/>
                </a:tc>
              </a:tr>
              <a:tr h="369575">
                <a:tc>
                  <a:txBody>
                    <a:bodyPr/>
                    <a:lstStyle/>
                    <a:p>
                      <a:pPr indent="0" lvl="0" marL="0" marR="0" rtl="0" algn="ctr">
                        <a:spcBef>
                          <a:spcPts val="0"/>
                        </a:spcBef>
                        <a:spcAft>
                          <a:spcPts val="0"/>
                        </a:spcAft>
                        <a:buNone/>
                      </a:pPr>
                      <a:r>
                        <a:rPr lang="en-US" sz="1400" u="none" cap="none" strike="noStrike">
                          <a:latin typeface="Arial"/>
                          <a:ea typeface="Arial"/>
                          <a:cs typeface="Arial"/>
                          <a:sym typeface="Arial"/>
                        </a:rPr>
                        <a:t>Team Member </a:t>
                      </a:r>
                      <a:r>
                        <a:rPr lang="en-US">
                          <a:latin typeface="Arial"/>
                          <a:ea typeface="Arial"/>
                          <a:cs typeface="Arial"/>
                          <a:sym typeface="Arial"/>
                        </a:rPr>
                        <a:t>Nishika Chauhan</a:t>
                      </a:r>
                      <a:endParaRPr/>
                    </a:p>
                  </a:txBody>
                  <a:tcPr marT="45725" marB="45725" marR="91450" marL="91450"/>
                </a:tc>
                <a:tc>
                  <a:txBody>
                    <a:bodyPr/>
                    <a:lstStyle/>
                    <a:p>
                      <a:pPr indent="0" lvl="0" marL="0" marR="0" rtl="0" algn="ctr">
                        <a:spcBef>
                          <a:spcPts val="0"/>
                        </a:spcBef>
                        <a:spcAft>
                          <a:spcPts val="0"/>
                        </a:spcAft>
                        <a:buNone/>
                      </a:pPr>
                      <a:r>
                        <a:rPr lang="en-US">
                          <a:latin typeface="Arial"/>
                          <a:ea typeface="Arial"/>
                          <a:cs typeface="Arial"/>
                          <a:sym typeface="Arial"/>
                        </a:rPr>
                        <a:t>2401331530151</a:t>
                      </a:r>
                      <a:endParaRPr sz="1400" u="none" cap="none" strike="noStrike">
                        <a:latin typeface="Arial"/>
                        <a:ea typeface="Arial"/>
                        <a:cs typeface="Arial"/>
                        <a:sym typeface="Arial"/>
                      </a:endParaRPr>
                    </a:p>
                  </a:txBody>
                  <a:tcPr marT="45725" marB="45725" marR="91450" marL="91450"/>
                </a:tc>
                <a:tc>
                  <a:txBody>
                    <a:bodyPr/>
                    <a:lstStyle/>
                    <a:p>
                      <a:pPr indent="0" lvl="0" marL="0" marR="0" rtl="0" algn="ctr">
                        <a:spcBef>
                          <a:spcPts val="0"/>
                        </a:spcBef>
                        <a:spcAft>
                          <a:spcPts val="0"/>
                        </a:spcAft>
                        <a:buNone/>
                      </a:pPr>
                      <a:r>
                        <a:rPr lang="en-US">
                          <a:latin typeface="Arial"/>
                          <a:ea typeface="Arial"/>
                          <a:cs typeface="Arial"/>
                          <a:sym typeface="Arial"/>
                        </a:rPr>
                        <a:t>FrontEnd -UI/UX Developer ,PPT Designer</a:t>
                      </a:r>
                      <a:endParaRPr sz="1400" u="none" cap="none" strike="noStrike">
                        <a:latin typeface="Arial"/>
                        <a:ea typeface="Arial"/>
                        <a:cs typeface="Arial"/>
                        <a:sym typeface="Arial"/>
                      </a:endParaRPr>
                    </a:p>
                  </a:txBody>
                  <a:tcPr marT="45725" marB="45725" marR="91450" marL="91450"/>
                </a:tc>
                <a:tc>
                  <a:txBody>
                    <a:bodyPr/>
                    <a:lstStyle/>
                    <a:p>
                      <a:pPr indent="0" lvl="0" marL="0" rtl="0" algn="ctr">
                        <a:spcBef>
                          <a:spcPts val="0"/>
                        </a:spcBef>
                        <a:spcAft>
                          <a:spcPts val="0"/>
                        </a:spcAft>
                        <a:buClr>
                          <a:schemeClr val="dk1"/>
                        </a:buClr>
                        <a:buFont typeface="Arial"/>
                        <a:buNone/>
                      </a:pPr>
                      <a:r>
                        <a:rPr lang="en-US">
                          <a:latin typeface="Arial"/>
                          <a:ea typeface="Arial"/>
                          <a:cs typeface="Arial"/>
                          <a:sym typeface="Arial"/>
                        </a:rPr>
                        <a:t>AIML C</a:t>
                      </a:r>
                      <a:endParaRPr sz="1400" u="none" cap="none" strike="noStrike">
                        <a:latin typeface="Arial"/>
                        <a:ea typeface="Arial"/>
                        <a:cs typeface="Arial"/>
                        <a:sym typeface="Arial"/>
                      </a:endParaRPr>
                    </a:p>
                  </a:txBody>
                  <a:tcPr marT="45725" marB="45725" marR="91450" marL="91450"/>
                </a:tc>
              </a:tr>
              <a:tr h="369575">
                <a:tc>
                  <a:txBody>
                    <a:bodyPr/>
                    <a:lstStyle/>
                    <a:p>
                      <a:pPr indent="0" lvl="0" marL="0" marR="0" rtl="0" algn="ctr">
                        <a:spcBef>
                          <a:spcPts val="0"/>
                        </a:spcBef>
                        <a:spcAft>
                          <a:spcPts val="0"/>
                        </a:spcAft>
                        <a:buNone/>
                      </a:pPr>
                      <a:r>
                        <a:rPr lang="en-US" sz="1400" u="none" cap="none" strike="noStrike">
                          <a:latin typeface="Arial"/>
                          <a:ea typeface="Arial"/>
                          <a:cs typeface="Arial"/>
                          <a:sym typeface="Arial"/>
                        </a:rPr>
                        <a:t>Team Member </a:t>
                      </a:r>
                      <a:r>
                        <a:rPr lang="en-US">
                          <a:latin typeface="Arial"/>
                          <a:ea typeface="Arial"/>
                          <a:cs typeface="Arial"/>
                          <a:sym typeface="Arial"/>
                        </a:rPr>
                        <a:t>Nikhil Singh</a:t>
                      </a:r>
                      <a:endParaRPr/>
                    </a:p>
                  </a:txBody>
                  <a:tcPr marT="45725" marB="45725" marR="91450" marL="91450"/>
                </a:tc>
                <a:tc>
                  <a:txBody>
                    <a:bodyPr/>
                    <a:lstStyle/>
                    <a:p>
                      <a:pPr indent="0" lvl="0" marL="0" rtl="0" algn="ctr">
                        <a:spcBef>
                          <a:spcPts val="0"/>
                        </a:spcBef>
                        <a:spcAft>
                          <a:spcPts val="0"/>
                        </a:spcAft>
                        <a:buClr>
                          <a:schemeClr val="dk1"/>
                        </a:buClr>
                        <a:buFont typeface="Arial"/>
                        <a:buNone/>
                      </a:pPr>
                      <a:r>
                        <a:rPr lang="en-US">
                          <a:latin typeface="Arial"/>
                          <a:ea typeface="Arial"/>
                          <a:cs typeface="Arial"/>
                          <a:sym typeface="Arial"/>
                        </a:rPr>
                        <a:t>2401331530149</a:t>
                      </a:r>
                      <a:endParaRPr sz="1400" u="none" cap="none" strike="noStrike">
                        <a:latin typeface="Arial"/>
                        <a:ea typeface="Arial"/>
                        <a:cs typeface="Arial"/>
                        <a:sym typeface="Arial"/>
                      </a:endParaRPr>
                    </a:p>
                  </a:txBody>
                  <a:tcPr marT="45725" marB="45725" marR="91450" marL="91450"/>
                </a:tc>
                <a:tc>
                  <a:txBody>
                    <a:bodyPr/>
                    <a:lstStyle/>
                    <a:p>
                      <a:pPr indent="0" lvl="0" marL="0" marR="0" rtl="0" algn="ctr">
                        <a:spcBef>
                          <a:spcPts val="0"/>
                        </a:spcBef>
                        <a:spcAft>
                          <a:spcPts val="0"/>
                        </a:spcAft>
                        <a:buNone/>
                      </a:pPr>
                      <a:r>
                        <a:rPr lang="en-US">
                          <a:latin typeface="Arial"/>
                          <a:ea typeface="Arial"/>
                          <a:cs typeface="Arial"/>
                          <a:sym typeface="Arial"/>
                        </a:rPr>
                        <a:t>Documentation / Database Designer</a:t>
                      </a:r>
                      <a:endParaRPr sz="1400" u="none" cap="none" strike="noStrike">
                        <a:latin typeface="Arial"/>
                        <a:ea typeface="Arial"/>
                        <a:cs typeface="Arial"/>
                        <a:sym typeface="Arial"/>
                      </a:endParaRPr>
                    </a:p>
                  </a:txBody>
                  <a:tcPr marT="45725" marB="45725" marR="91450" marL="91450"/>
                </a:tc>
                <a:tc>
                  <a:txBody>
                    <a:bodyPr/>
                    <a:lstStyle/>
                    <a:p>
                      <a:pPr indent="0" lvl="0" marL="0" rtl="0" algn="ctr">
                        <a:spcBef>
                          <a:spcPts val="0"/>
                        </a:spcBef>
                        <a:spcAft>
                          <a:spcPts val="0"/>
                        </a:spcAft>
                        <a:buClr>
                          <a:schemeClr val="dk1"/>
                        </a:buClr>
                        <a:buFont typeface="Arial"/>
                        <a:buNone/>
                      </a:pPr>
                      <a:r>
                        <a:rPr lang="en-US">
                          <a:latin typeface="Arial"/>
                          <a:ea typeface="Arial"/>
                          <a:cs typeface="Arial"/>
                          <a:sym typeface="Arial"/>
                        </a:rPr>
                        <a:t>AIML C</a:t>
                      </a:r>
                      <a:endParaRPr sz="1400" u="none" cap="none" strike="noStrike">
                        <a:latin typeface="Arial"/>
                        <a:ea typeface="Arial"/>
                        <a:cs typeface="Arial"/>
                        <a:sym typeface="Arial"/>
                      </a:endParaRPr>
                    </a:p>
                  </a:txBody>
                  <a:tcPr marT="45725" marB="45725" marR="91450" marL="91450"/>
                </a:tc>
              </a:tr>
              <a:tr h="369575">
                <a:tc>
                  <a:txBody>
                    <a:bodyPr/>
                    <a:lstStyle/>
                    <a:p>
                      <a:pPr indent="0" lvl="0" marL="0" marR="0" rtl="0" algn="ctr">
                        <a:spcBef>
                          <a:spcPts val="0"/>
                        </a:spcBef>
                        <a:spcAft>
                          <a:spcPts val="0"/>
                        </a:spcAft>
                        <a:buNone/>
                      </a:pPr>
                      <a:r>
                        <a:rPr lang="en-US" sz="1400" u="none" cap="none" strike="noStrike">
                          <a:latin typeface="Arial"/>
                          <a:ea typeface="Arial"/>
                          <a:cs typeface="Arial"/>
                          <a:sym typeface="Arial"/>
                        </a:rPr>
                        <a:t>Team Member </a:t>
                      </a:r>
                      <a:r>
                        <a:rPr lang="en-US">
                          <a:latin typeface="Arial"/>
                          <a:ea typeface="Arial"/>
                          <a:cs typeface="Arial"/>
                          <a:sym typeface="Arial"/>
                        </a:rPr>
                        <a:t>Nirbhay Nigam</a:t>
                      </a:r>
                      <a:endParaRPr/>
                    </a:p>
                  </a:txBody>
                  <a:tcPr marT="45725" marB="45725" marR="91450" marL="91450"/>
                </a:tc>
                <a:tc>
                  <a:txBody>
                    <a:bodyPr/>
                    <a:lstStyle/>
                    <a:p>
                      <a:pPr indent="0" lvl="0" marL="0" marR="0" rtl="0" algn="ctr">
                        <a:spcBef>
                          <a:spcPts val="0"/>
                        </a:spcBef>
                        <a:spcAft>
                          <a:spcPts val="0"/>
                        </a:spcAft>
                        <a:buNone/>
                      </a:pPr>
                      <a:r>
                        <a:rPr lang="en-US">
                          <a:latin typeface="Arial"/>
                          <a:ea typeface="Arial"/>
                          <a:cs typeface="Arial"/>
                          <a:sym typeface="Arial"/>
                        </a:rPr>
                        <a:t>2401331530150</a:t>
                      </a:r>
                      <a:endParaRPr sz="1400" u="none" cap="none" strike="noStrike">
                        <a:latin typeface="Arial"/>
                        <a:ea typeface="Arial"/>
                        <a:cs typeface="Arial"/>
                        <a:sym typeface="Arial"/>
                      </a:endParaRPr>
                    </a:p>
                  </a:txBody>
                  <a:tcPr marT="45725" marB="45725" marR="91450" marL="91450"/>
                </a:tc>
                <a:tc>
                  <a:txBody>
                    <a:bodyPr/>
                    <a:lstStyle/>
                    <a:p>
                      <a:pPr indent="0" lvl="0" marL="0" marR="0" rtl="0" algn="ctr">
                        <a:spcBef>
                          <a:spcPts val="0"/>
                        </a:spcBef>
                        <a:spcAft>
                          <a:spcPts val="0"/>
                        </a:spcAft>
                        <a:buNone/>
                      </a:pPr>
                      <a:r>
                        <a:rPr lang="en-US">
                          <a:latin typeface="Arial"/>
                          <a:ea typeface="Arial"/>
                          <a:cs typeface="Arial"/>
                          <a:sym typeface="Arial"/>
                        </a:rPr>
                        <a:t>Plot </a:t>
                      </a:r>
                      <a:r>
                        <a:rPr lang="en-US">
                          <a:latin typeface="Arial"/>
                          <a:ea typeface="Arial"/>
                          <a:cs typeface="Arial"/>
                          <a:sym typeface="Arial"/>
                        </a:rPr>
                        <a:t>Mathematician</a:t>
                      </a:r>
                      <a:r>
                        <a:rPr lang="en-US">
                          <a:latin typeface="Arial"/>
                          <a:ea typeface="Arial"/>
                          <a:cs typeface="Arial"/>
                          <a:sym typeface="Arial"/>
                        </a:rPr>
                        <a:t> and Statistician</a:t>
                      </a:r>
                      <a:endParaRPr sz="1400" u="none" cap="none" strike="noStrike">
                        <a:latin typeface="Arial"/>
                        <a:ea typeface="Arial"/>
                        <a:cs typeface="Arial"/>
                        <a:sym typeface="Arial"/>
                      </a:endParaRPr>
                    </a:p>
                  </a:txBody>
                  <a:tcPr marT="45725" marB="45725" marR="91450" marL="91450"/>
                </a:tc>
                <a:tc>
                  <a:txBody>
                    <a:bodyPr/>
                    <a:lstStyle/>
                    <a:p>
                      <a:pPr indent="0" lvl="0" marL="0" rtl="0" algn="ctr">
                        <a:spcBef>
                          <a:spcPts val="0"/>
                        </a:spcBef>
                        <a:spcAft>
                          <a:spcPts val="0"/>
                        </a:spcAft>
                        <a:buClr>
                          <a:schemeClr val="dk1"/>
                        </a:buClr>
                        <a:buFont typeface="Arial"/>
                        <a:buNone/>
                      </a:pPr>
                      <a:r>
                        <a:rPr lang="en-US">
                          <a:latin typeface="Arial"/>
                          <a:ea typeface="Arial"/>
                          <a:cs typeface="Arial"/>
                          <a:sym typeface="Arial"/>
                        </a:rPr>
                        <a:t>AIML C</a:t>
                      </a:r>
                      <a:endParaRPr sz="1400" u="none" cap="none" strike="noStrike">
                        <a:latin typeface="Arial"/>
                        <a:ea typeface="Arial"/>
                        <a:cs typeface="Arial"/>
                        <a:sym typeface="Arial"/>
                      </a:endParaRPr>
                    </a:p>
                  </a:txBody>
                  <a:tcPr marT="45725" marB="45725" marR="91450" marL="91450"/>
                </a:tc>
              </a:tr>
            </a:tbl>
          </a:graphicData>
        </a:graphic>
      </p:graphicFrame>
      <p:pic>
        <p:nvPicPr>
          <p:cNvPr descr="A black and red logo&#10;&#10;Description automatically generated" id="112" name="Google Shape;112;p13"/>
          <p:cNvPicPr preferRelativeResize="0"/>
          <p:nvPr/>
        </p:nvPicPr>
        <p:blipFill rotWithShape="1">
          <a:blip r:embed="rId3">
            <a:alphaModFix/>
          </a:blip>
          <a:srcRect b="0" l="0" r="0" t="0"/>
          <a:stretch/>
        </p:blipFill>
        <p:spPr>
          <a:xfrm>
            <a:off x="9046740" y="738444"/>
            <a:ext cx="2209800" cy="947268"/>
          </a:xfrm>
          <a:prstGeom prst="rect">
            <a:avLst/>
          </a:prstGeom>
          <a:noFill/>
          <a:ln>
            <a:noFill/>
          </a:ln>
        </p:spPr>
      </p:pic>
      <p:sp>
        <p:nvSpPr>
          <p:cNvPr id="113" name="Google Shape;113;p13"/>
          <p:cNvSpPr txBox="1"/>
          <p:nvPr>
            <p:ph idx="11" type="ftr"/>
          </p:nvPr>
        </p:nvSpPr>
        <p:spPr>
          <a:xfrm>
            <a:off x="1517950" y="6172200"/>
            <a:ext cx="2519794" cy="341616"/>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MINI PROJECT 25-26</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4"/>
          <p:cNvSpPr txBox="1"/>
          <p:nvPr>
            <p:ph type="title"/>
          </p:nvPr>
        </p:nvSpPr>
        <p:spPr>
          <a:xfrm>
            <a:off x="1522414" y="533400"/>
            <a:ext cx="9601200" cy="11430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2"/>
              </a:buClr>
              <a:buSzPts val="3200"/>
              <a:buFont typeface="Arial"/>
              <a:buNone/>
            </a:pPr>
            <a:r>
              <a:rPr lang="en-US">
                <a:latin typeface="Arial"/>
                <a:ea typeface="Arial"/>
                <a:cs typeface="Arial"/>
                <a:sym typeface="Arial"/>
              </a:rPr>
              <a:t>Index</a:t>
            </a:r>
            <a:endParaRPr/>
          </a:p>
        </p:txBody>
      </p:sp>
      <p:sp>
        <p:nvSpPr>
          <p:cNvPr id="119" name="Google Shape;119;p14"/>
          <p:cNvSpPr txBox="1"/>
          <p:nvPr>
            <p:ph idx="1" type="body"/>
          </p:nvPr>
        </p:nvSpPr>
        <p:spPr>
          <a:xfrm>
            <a:off x="1522414" y="1828800"/>
            <a:ext cx="9601200" cy="4191000"/>
          </a:xfrm>
          <a:prstGeom prst="rect">
            <a:avLst/>
          </a:prstGeom>
          <a:noFill/>
          <a:ln>
            <a:noFill/>
          </a:ln>
        </p:spPr>
        <p:txBody>
          <a:bodyPr anchorCtr="0" anchor="t" bIns="45700" lIns="91425" spcFirstLastPara="1" rIns="91425" wrap="square" tIns="45700">
            <a:normAutofit fontScale="70000" lnSpcReduction="20000"/>
          </a:bodyPr>
          <a:lstStyle/>
          <a:p>
            <a:pPr indent="-134938" lvl="0" marL="223838" rtl="0" algn="l">
              <a:lnSpc>
                <a:spcPct val="90000"/>
              </a:lnSpc>
              <a:spcBef>
                <a:spcPts val="0"/>
              </a:spcBef>
              <a:spcAft>
                <a:spcPts val="0"/>
              </a:spcAft>
              <a:buSzPct val="100000"/>
              <a:buNone/>
            </a:pPr>
            <a:r>
              <a:t/>
            </a:r>
            <a:endParaRPr/>
          </a:p>
          <a:p>
            <a:pPr indent="-223838" lvl="0" marL="223838" rtl="0" algn="l">
              <a:lnSpc>
                <a:spcPct val="90000"/>
              </a:lnSpc>
              <a:spcBef>
                <a:spcPts val="1800"/>
              </a:spcBef>
              <a:spcAft>
                <a:spcPts val="0"/>
              </a:spcAft>
              <a:buSzPct val="100000"/>
              <a:buChar char="•"/>
            </a:pPr>
            <a:r>
              <a:rPr lang="en-US">
                <a:latin typeface="Arial"/>
                <a:ea typeface="Arial"/>
                <a:cs typeface="Arial"/>
                <a:sym typeface="Arial"/>
              </a:rPr>
              <a:t>Introduction</a:t>
            </a:r>
            <a:endParaRPr/>
          </a:p>
          <a:p>
            <a:pPr indent="-223838" lvl="0" marL="223838" rtl="0" algn="l">
              <a:lnSpc>
                <a:spcPct val="90000"/>
              </a:lnSpc>
              <a:spcBef>
                <a:spcPts val="1800"/>
              </a:spcBef>
              <a:spcAft>
                <a:spcPts val="0"/>
              </a:spcAft>
              <a:buSzPct val="100000"/>
              <a:buChar char="•"/>
            </a:pPr>
            <a:r>
              <a:rPr lang="en-US">
                <a:latin typeface="Arial"/>
                <a:ea typeface="Arial"/>
                <a:cs typeface="Arial"/>
                <a:sym typeface="Arial"/>
              </a:rPr>
              <a:t>Literature Survey/Existing System</a:t>
            </a:r>
            <a:endParaRPr/>
          </a:p>
          <a:p>
            <a:pPr indent="-223838" lvl="0" marL="223838" rtl="0" algn="l">
              <a:lnSpc>
                <a:spcPct val="90000"/>
              </a:lnSpc>
              <a:spcBef>
                <a:spcPts val="1800"/>
              </a:spcBef>
              <a:spcAft>
                <a:spcPts val="0"/>
              </a:spcAft>
              <a:buSzPct val="100000"/>
              <a:buChar char="•"/>
            </a:pPr>
            <a:r>
              <a:rPr lang="en-US">
                <a:latin typeface="Arial"/>
                <a:ea typeface="Arial"/>
                <a:cs typeface="Arial"/>
                <a:sym typeface="Arial"/>
              </a:rPr>
              <a:t>Problem Statement</a:t>
            </a:r>
            <a:endParaRPr/>
          </a:p>
          <a:p>
            <a:pPr indent="-223838" lvl="0" marL="223838" rtl="0" algn="l">
              <a:lnSpc>
                <a:spcPct val="90000"/>
              </a:lnSpc>
              <a:spcBef>
                <a:spcPts val="1800"/>
              </a:spcBef>
              <a:spcAft>
                <a:spcPts val="0"/>
              </a:spcAft>
              <a:buSzPct val="100000"/>
              <a:buChar char="•"/>
            </a:pPr>
            <a:r>
              <a:rPr lang="en-US">
                <a:latin typeface="Arial"/>
                <a:ea typeface="Arial"/>
                <a:cs typeface="Arial"/>
                <a:sym typeface="Arial"/>
              </a:rPr>
              <a:t>Proposed Methodology</a:t>
            </a:r>
            <a:endParaRPr/>
          </a:p>
          <a:p>
            <a:pPr indent="-223838" lvl="0" marL="223838" rtl="0" algn="l">
              <a:lnSpc>
                <a:spcPct val="90000"/>
              </a:lnSpc>
              <a:spcBef>
                <a:spcPts val="1800"/>
              </a:spcBef>
              <a:spcAft>
                <a:spcPts val="0"/>
              </a:spcAft>
              <a:buSzPct val="100000"/>
              <a:buChar char="•"/>
            </a:pPr>
            <a:r>
              <a:rPr lang="en-US">
                <a:latin typeface="Arial"/>
                <a:ea typeface="Arial"/>
                <a:cs typeface="Arial"/>
                <a:sym typeface="Arial"/>
              </a:rPr>
              <a:t>Flowcharts and Use Case/ER Diagrams</a:t>
            </a:r>
            <a:endParaRPr/>
          </a:p>
          <a:p>
            <a:pPr indent="-223838" lvl="0" marL="223838" rtl="0" algn="l">
              <a:lnSpc>
                <a:spcPct val="90000"/>
              </a:lnSpc>
              <a:spcBef>
                <a:spcPts val="1800"/>
              </a:spcBef>
              <a:spcAft>
                <a:spcPts val="0"/>
              </a:spcAft>
              <a:buSzPct val="100000"/>
              <a:buChar char="•"/>
            </a:pPr>
            <a:r>
              <a:rPr lang="en-US">
                <a:latin typeface="Arial"/>
                <a:ea typeface="Arial"/>
                <a:cs typeface="Arial"/>
                <a:sym typeface="Arial"/>
              </a:rPr>
              <a:t>Feasibility Study</a:t>
            </a:r>
            <a:endParaRPr/>
          </a:p>
          <a:p>
            <a:pPr indent="-223838" lvl="0" marL="223838" rtl="0" algn="l">
              <a:lnSpc>
                <a:spcPct val="90000"/>
              </a:lnSpc>
              <a:spcBef>
                <a:spcPts val="1800"/>
              </a:spcBef>
              <a:spcAft>
                <a:spcPts val="0"/>
              </a:spcAft>
              <a:buSzPct val="100000"/>
              <a:buChar char="•"/>
            </a:pPr>
            <a:r>
              <a:rPr lang="en-US">
                <a:latin typeface="Arial"/>
                <a:ea typeface="Arial"/>
                <a:cs typeface="Arial"/>
                <a:sym typeface="Arial"/>
              </a:rPr>
              <a:t>Hardware /Software Requirement</a:t>
            </a:r>
            <a:endParaRPr/>
          </a:p>
          <a:p>
            <a:pPr indent="-223838" lvl="0" marL="223838" rtl="0" algn="l">
              <a:lnSpc>
                <a:spcPct val="90000"/>
              </a:lnSpc>
              <a:spcBef>
                <a:spcPts val="1800"/>
              </a:spcBef>
              <a:spcAft>
                <a:spcPts val="0"/>
              </a:spcAft>
              <a:buSzPct val="100000"/>
              <a:buChar char="•"/>
            </a:pPr>
            <a:r>
              <a:rPr lang="en-US">
                <a:latin typeface="Arial"/>
                <a:ea typeface="Arial"/>
                <a:cs typeface="Arial"/>
                <a:sym typeface="Arial"/>
              </a:rPr>
              <a:t>Results and Conclusion</a:t>
            </a:r>
            <a:endParaRPr/>
          </a:p>
          <a:p>
            <a:pPr indent="-223838" lvl="0" marL="223838" rtl="0" algn="l">
              <a:lnSpc>
                <a:spcPct val="90000"/>
              </a:lnSpc>
              <a:spcBef>
                <a:spcPts val="1800"/>
              </a:spcBef>
              <a:spcAft>
                <a:spcPts val="0"/>
              </a:spcAft>
              <a:buSzPct val="100000"/>
              <a:buChar char="•"/>
            </a:pPr>
            <a:r>
              <a:rPr lang="en-US">
                <a:latin typeface="Arial"/>
                <a:ea typeface="Arial"/>
                <a:cs typeface="Arial"/>
                <a:sym typeface="Arial"/>
              </a:rPr>
              <a:t>References</a:t>
            </a:r>
            <a:endParaRPr/>
          </a:p>
          <a:p>
            <a:pPr indent="-223838" lvl="0" marL="223838" rtl="0" algn="l">
              <a:lnSpc>
                <a:spcPct val="90000"/>
              </a:lnSpc>
              <a:spcBef>
                <a:spcPts val="1800"/>
              </a:spcBef>
              <a:spcAft>
                <a:spcPts val="0"/>
              </a:spcAft>
              <a:buSzPct val="100000"/>
              <a:buChar char="•"/>
            </a:pPr>
            <a:r>
              <a:rPr lang="en-US">
                <a:latin typeface="Arial"/>
                <a:ea typeface="Arial"/>
                <a:cs typeface="Arial"/>
                <a:sym typeface="Arial"/>
              </a:rPr>
              <a:t>Live Demonstration of Project with screenshots in ppt</a:t>
            </a:r>
            <a:endParaRPr/>
          </a:p>
        </p:txBody>
      </p:sp>
      <p:pic>
        <p:nvPicPr>
          <p:cNvPr id="120" name="Google Shape;120;p14"/>
          <p:cNvPicPr preferRelativeResize="0"/>
          <p:nvPr/>
        </p:nvPicPr>
        <p:blipFill rotWithShape="1">
          <a:blip r:embed="rId3">
            <a:alphaModFix/>
          </a:blip>
          <a:srcRect b="0" l="0" r="0" t="0"/>
          <a:stretch/>
        </p:blipFill>
        <p:spPr>
          <a:xfrm>
            <a:off x="8555672" y="628650"/>
            <a:ext cx="2720340" cy="2266950"/>
          </a:xfrm>
          <a:prstGeom prst="rect">
            <a:avLst/>
          </a:prstGeom>
          <a:noFill/>
          <a:ln>
            <a:noFill/>
          </a:ln>
        </p:spPr>
      </p:pic>
      <p:sp>
        <p:nvSpPr>
          <p:cNvPr id="121" name="Google Shape;121;p14"/>
          <p:cNvSpPr txBox="1"/>
          <p:nvPr>
            <p:ph idx="11" type="ftr"/>
          </p:nvPr>
        </p:nvSpPr>
        <p:spPr>
          <a:xfrm>
            <a:off x="1517950" y="6172200"/>
            <a:ext cx="6862462" cy="273049"/>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Mini PROJECT 25-26</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5"/>
          <p:cNvSpPr txBox="1"/>
          <p:nvPr>
            <p:ph type="title"/>
          </p:nvPr>
        </p:nvSpPr>
        <p:spPr>
          <a:xfrm>
            <a:off x="1293814" y="0"/>
            <a:ext cx="9601200" cy="1143000"/>
          </a:xfrm>
          <a:prstGeom prst="rect">
            <a:avLst/>
          </a:prstGeom>
        </p:spPr>
        <p:txBody>
          <a:bodyPr anchorCtr="0" anchor="b" bIns="45700" lIns="91425" spcFirstLastPara="1" rIns="91425" wrap="square" tIns="45700">
            <a:normAutofit/>
          </a:bodyPr>
          <a:lstStyle/>
          <a:p>
            <a:pPr indent="0" lvl="0" marL="0" rtl="0" algn="ctr">
              <a:lnSpc>
                <a:spcPct val="100000"/>
              </a:lnSpc>
              <a:spcBef>
                <a:spcPts val="0"/>
              </a:spcBef>
              <a:spcAft>
                <a:spcPts val="0"/>
              </a:spcAft>
              <a:buClr>
                <a:schemeClr val="lt1"/>
              </a:buClr>
              <a:buSzPts val="3200"/>
              <a:buFont typeface="Arial"/>
              <a:buNone/>
            </a:pPr>
            <a:r>
              <a:rPr b="1" lang="en-US">
                <a:solidFill>
                  <a:schemeClr val="accent1"/>
                </a:solidFill>
                <a:latin typeface="Arial"/>
                <a:ea typeface="Arial"/>
                <a:cs typeface="Arial"/>
                <a:sym typeface="Arial"/>
              </a:rPr>
              <a:t>Introduction</a:t>
            </a:r>
            <a:endParaRPr>
              <a:solidFill>
                <a:schemeClr val="accent1"/>
              </a:solidFill>
            </a:endParaRPr>
          </a:p>
        </p:txBody>
      </p:sp>
      <p:sp>
        <p:nvSpPr>
          <p:cNvPr id="128" name="Google Shape;128;p15"/>
          <p:cNvSpPr/>
          <p:nvPr/>
        </p:nvSpPr>
        <p:spPr>
          <a:xfrm>
            <a:off x="738400" y="1143000"/>
            <a:ext cx="10613700" cy="542400"/>
          </a:xfrm>
          <a:prstGeom prst="rect">
            <a:avLst/>
          </a:prstGeom>
          <a:noFill/>
          <a:ln>
            <a:noFill/>
          </a:ln>
        </p:spPr>
        <p:txBody>
          <a:bodyPr anchorCtr="0" anchor="t" bIns="63575" lIns="0" spcFirstLastPara="1" rIns="0" wrap="square" tIns="0">
            <a:noAutofit/>
          </a:bodyPr>
          <a:lstStyle/>
          <a:p>
            <a:pPr indent="0" lvl="0" marL="0" marR="0" rtl="0" algn="l">
              <a:spcBef>
                <a:spcPts val="0"/>
              </a:spcBef>
              <a:spcAft>
                <a:spcPts val="0"/>
              </a:spcAft>
              <a:buClr>
                <a:srgbClr val="065A82"/>
              </a:buClr>
              <a:buSzPts val="2252"/>
              <a:buFont typeface="Arial"/>
              <a:buNone/>
            </a:pPr>
            <a:r>
              <a:rPr b="1" i="0" lang="en-US" sz="2252" u="none" cap="none" strike="noStrike">
                <a:solidFill>
                  <a:schemeClr val="accent1"/>
                </a:solidFill>
                <a:latin typeface="Arial"/>
                <a:ea typeface="Arial"/>
                <a:cs typeface="Arial"/>
                <a:sym typeface="Arial"/>
              </a:rPr>
              <a:t>Overview of the Project</a:t>
            </a:r>
            <a:endParaRPr b="0" i="0" sz="2252" u="none" cap="none" strike="noStrike">
              <a:solidFill>
                <a:schemeClr val="accent1"/>
              </a:solidFill>
              <a:latin typeface="Calibri"/>
              <a:ea typeface="Calibri"/>
              <a:cs typeface="Calibri"/>
              <a:sym typeface="Calibri"/>
            </a:endParaRPr>
          </a:p>
        </p:txBody>
      </p:sp>
      <p:sp>
        <p:nvSpPr>
          <p:cNvPr id="129" name="Google Shape;129;p15"/>
          <p:cNvSpPr/>
          <p:nvPr/>
        </p:nvSpPr>
        <p:spPr>
          <a:xfrm>
            <a:off x="738400" y="1763056"/>
            <a:ext cx="10613700" cy="1743600"/>
          </a:xfrm>
          <a:prstGeom prst="rect">
            <a:avLst/>
          </a:prstGeom>
          <a:noFill/>
          <a:ln>
            <a:noFill/>
          </a:ln>
        </p:spPr>
        <p:txBody>
          <a:bodyPr anchorCtr="0" anchor="t" bIns="0" lIns="0" spcFirstLastPara="1" rIns="0" wrap="square" tIns="0">
            <a:noAutofit/>
          </a:bodyPr>
          <a:lstStyle/>
          <a:p>
            <a:pPr indent="0" lvl="0" marL="0" marR="0" rtl="0" algn="just">
              <a:spcBef>
                <a:spcPts val="0"/>
              </a:spcBef>
              <a:spcAft>
                <a:spcPts val="0"/>
              </a:spcAft>
              <a:buClr>
                <a:srgbClr val="1A202C"/>
              </a:buClr>
              <a:buSzPts val="1877"/>
              <a:buFont typeface="Arial"/>
              <a:buNone/>
            </a:pPr>
            <a:r>
              <a:rPr b="0" i="0" lang="en-US" sz="1877" u="none" cap="none" strike="noStrike">
                <a:solidFill>
                  <a:srgbClr val="1A202C"/>
                </a:solidFill>
                <a:latin typeface="Arial"/>
                <a:ea typeface="Arial"/>
                <a:cs typeface="Arial"/>
                <a:sym typeface="Arial"/>
              </a:rPr>
              <a:t>The AI-Based Resume Screening and Job Recommendation System is an intelligent web application that automates the process of analyzing resumes submitted by job seekers. In the modern recruitment landscape, manually screening hundreds of resumes is time-consuming and prone to human bias. This system leverages Natural Language Processing (NLP) and Machine Learning (ML) techniques to parse, analyze, and evaluate resumes automatically, providing actionable recommendations to both applicants and recruiters.</a:t>
            </a:r>
            <a:endParaRPr b="0" i="0" sz="1877" u="none" cap="none" strike="noStrike">
              <a:solidFill>
                <a:srgbClr val="000000"/>
              </a:solidFill>
              <a:latin typeface="Calibri"/>
              <a:ea typeface="Calibri"/>
              <a:cs typeface="Calibri"/>
              <a:sym typeface="Calibri"/>
            </a:endParaRPr>
          </a:p>
        </p:txBody>
      </p:sp>
      <p:sp>
        <p:nvSpPr>
          <p:cNvPr id="130" name="Google Shape;130;p15"/>
          <p:cNvSpPr/>
          <p:nvPr/>
        </p:nvSpPr>
        <p:spPr>
          <a:xfrm>
            <a:off x="738400" y="3597387"/>
            <a:ext cx="10613700" cy="490800"/>
          </a:xfrm>
          <a:prstGeom prst="rect">
            <a:avLst/>
          </a:prstGeom>
          <a:noFill/>
          <a:ln>
            <a:noFill/>
          </a:ln>
        </p:spPr>
        <p:txBody>
          <a:bodyPr anchorCtr="0" anchor="t" bIns="63575" lIns="0" spcFirstLastPara="1" rIns="0" wrap="square" tIns="0">
            <a:noAutofit/>
          </a:bodyPr>
          <a:lstStyle/>
          <a:p>
            <a:pPr indent="0" lvl="0" marL="0" marR="0" rtl="0" algn="l">
              <a:spcBef>
                <a:spcPts val="0"/>
              </a:spcBef>
              <a:spcAft>
                <a:spcPts val="0"/>
              </a:spcAft>
              <a:buClr>
                <a:srgbClr val="065A82"/>
              </a:buClr>
              <a:buSzPts val="2252"/>
              <a:buFont typeface="Arial"/>
              <a:buNone/>
            </a:pPr>
            <a:r>
              <a:rPr b="1" i="0" lang="en-US" sz="2252" u="none" cap="none" strike="noStrike">
                <a:solidFill>
                  <a:schemeClr val="dk2"/>
                </a:solidFill>
                <a:latin typeface="Arial"/>
                <a:ea typeface="Arial"/>
                <a:cs typeface="Arial"/>
                <a:sym typeface="Arial"/>
              </a:rPr>
              <a:t>Key Objectives</a:t>
            </a:r>
            <a:endParaRPr b="0" i="0" sz="2252" u="none" cap="none" strike="noStrike">
              <a:solidFill>
                <a:schemeClr val="dk2"/>
              </a:solidFill>
              <a:latin typeface="Calibri"/>
              <a:ea typeface="Calibri"/>
              <a:cs typeface="Calibri"/>
              <a:sym typeface="Calibri"/>
            </a:endParaRPr>
          </a:p>
        </p:txBody>
      </p:sp>
      <p:sp>
        <p:nvSpPr>
          <p:cNvPr id="131" name="Google Shape;131;p15"/>
          <p:cNvSpPr/>
          <p:nvPr/>
        </p:nvSpPr>
        <p:spPr>
          <a:xfrm>
            <a:off x="738400" y="4139936"/>
            <a:ext cx="10613700" cy="2389500"/>
          </a:xfrm>
          <a:prstGeom prst="rect">
            <a:avLst/>
          </a:prstGeom>
          <a:noFill/>
          <a:ln>
            <a:noFill/>
          </a:ln>
        </p:spPr>
        <p:txBody>
          <a:bodyPr anchorCtr="0" anchor="t" bIns="0" lIns="0" spcFirstLastPara="1" rIns="0" wrap="square" tIns="0">
            <a:noAutofit/>
          </a:bodyPr>
          <a:lstStyle/>
          <a:p>
            <a:pPr indent="-429007" lvl="0" marL="429006" marR="0" rtl="0" algn="l">
              <a:spcBef>
                <a:spcPts val="0"/>
              </a:spcBef>
              <a:spcAft>
                <a:spcPts val="0"/>
              </a:spcAft>
              <a:buClr>
                <a:srgbClr val="1A202C"/>
              </a:buClr>
              <a:buSzPts val="1877"/>
              <a:buFont typeface="Arial"/>
              <a:buChar char="●"/>
            </a:pPr>
            <a:r>
              <a:rPr b="0" i="0" lang="en-US" sz="1877" u="none" cap="none" strike="noStrike">
                <a:solidFill>
                  <a:srgbClr val="1A202C"/>
                </a:solidFill>
                <a:latin typeface="Arial"/>
                <a:ea typeface="Arial"/>
                <a:cs typeface="Arial"/>
                <a:sym typeface="Arial"/>
              </a:rPr>
              <a:t>Parse and extract key information from uploaded PDF resumes using NLP.</a:t>
            </a:r>
            <a:endParaRPr b="0" i="0" sz="1877" u="none" cap="none" strike="noStrike">
              <a:solidFill>
                <a:srgbClr val="000000"/>
              </a:solidFill>
              <a:latin typeface="Calibri"/>
              <a:ea typeface="Calibri"/>
              <a:cs typeface="Calibri"/>
              <a:sym typeface="Calibri"/>
            </a:endParaRPr>
          </a:p>
          <a:p>
            <a:pPr indent="-429007" lvl="0" marL="429006" marR="0" rtl="0" algn="l">
              <a:spcBef>
                <a:spcPts val="0"/>
              </a:spcBef>
              <a:spcAft>
                <a:spcPts val="0"/>
              </a:spcAft>
              <a:buClr>
                <a:srgbClr val="1A202C"/>
              </a:buClr>
              <a:buSzPts val="1877"/>
              <a:buFont typeface="Arial"/>
              <a:buChar char="●"/>
            </a:pPr>
            <a:r>
              <a:rPr b="0" i="0" lang="en-US" sz="1877" u="none" cap="none" strike="noStrike">
                <a:solidFill>
                  <a:srgbClr val="1A202C"/>
                </a:solidFill>
                <a:latin typeface="Arial"/>
                <a:ea typeface="Arial"/>
                <a:cs typeface="Arial"/>
                <a:sym typeface="Arial"/>
              </a:rPr>
              <a:t>Cluster resumes into relevant job sectors based on extracted keywords.</a:t>
            </a:r>
            <a:endParaRPr b="0" i="0" sz="1877" u="none" cap="none" strike="noStrike">
              <a:solidFill>
                <a:srgbClr val="000000"/>
              </a:solidFill>
              <a:latin typeface="Calibri"/>
              <a:ea typeface="Calibri"/>
              <a:cs typeface="Calibri"/>
              <a:sym typeface="Calibri"/>
            </a:endParaRPr>
          </a:p>
          <a:p>
            <a:pPr indent="-429007" lvl="0" marL="429006" marR="0" rtl="0" algn="l">
              <a:spcBef>
                <a:spcPts val="0"/>
              </a:spcBef>
              <a:spcAft>
                <a:spcPts val="0"/>
              </a:spcAft>
              <a:buClr>
                <a:srgbClr val="1A202C"/>
              </a:buClr>
              <a:buSzPts val="1877"/>
              <a:buFont typeface="Arial"/>
              <a:buChar char="●"/>
            </a:pPr>
            <a:r>
              <a:rPr b="0" i="0" lang="en-US" sz="1877" u="none" cap="none" strike="noStrike">
                <a:solidFill>
                  <a:srgbClr val="1A202C"/>
                </a:solidFill>
                <a:latin typeface="Arial"/>
                <a:ea typeface="Arial"/>
                <a:cs typeface="Arial"/>
                <a:sym typeface="Arial"/>
              </a:rPr>
              <a:t>Provide personalized skill recommendations, course suggestions, and resume improvement tips.</a:t>
            </a:r>
            <a:endParaRPr b="0" i="0" sz="1877" u="none" cap="none" strike="noStrike">
              <a:solidFill>
                <a:srgbClr val="000000"/>
              </a:solidFill>
              <a:latin typeface="Calibri"/>
              <a:ea typeface="Calibri"/>
              <a:cs typeface="Calibri"/>
              <a:sym typeface="Calibri"/>
            </a:endParaRPr>
          </a:p>
          <a:p>
            <a:pPr indent="-429007" lvl="0" marL="429006" marR="0" rtl="0" algn="l">
              <a:spcBef>
                <a:spcPts val="0"/>
              </a:spcBef>
              <a:spcAft>
                <a:spcPts val="0"/>
              </a:spcAft>
              <a:buClr>
                <a:srgbClr val="1A202C"/>
              </a:buClr>
              <a:buSzPts val="1877"/>
              <a:buFont typeface="Arial"/>
              <a:buChar char="●"/>
            </a:pPr>
            <a:r>
              <a:rPr b="0" i="0" lang="en-US" sz="1877" u="none" cap="none" strike="noStrike">
                <a:solidFill>
                  <a:srgbClr val="1A202C"/>
                </a:solidFill>
                <a:latin typeface="Arial"/>
                <a:ea typeface="Arial"/>
                <a:cs typeface="Arial"/>
                <a:sym typeface="Arial"/>
              </a:rPr>
              <a:t>Offer an admin dashboard to view and manage all applicant data in a structured tabular format.</a:t>
            </a:r>
            <a:endParaRPr b="0" i="0" sz="1877" u="none" cap="none" strike="noStrike">
              <a:solidFill>
                <a:srgbClr val="000000"/>
              </a:solidFill>
              <a:latin typeface="Calibri"/>
              <a:ea typeface="Calibri"/>
              <a:cs typeface="Calibri"/>
              <a:sym typeface="Calibri"/>
            </a:endParaRPr>
          </a:p>
          <a:p>
            <a:pPr indent="-429007" lvl="0" marL="429006" marR="0" rtl="0" algn="l">
              <a:spcBef>
                <a:spcPts val="0"/>
              </a:spcBef>
              <a:spcAft>
                <a:spcPts val="0"/>
              </a:spcAft>
              <a:buClr>
                <a:srgbClr val="1A202C"/>
              </a:buClr>
              <a:buSzPts val="1877"/>
              <a:buFont typeface="Arial"/>
              <a:buChar char="●"/>
            </a:pPr>
            <a:r>
              <a:rPr b="0" i="0" lang="en-US" sz="1877" u="none" cap="none" strike="noStrike">
                <a:solidFill>
                  <a:srgbClr val="1A202C"/>
                </a:solidFill>
                <a:latin typeface="Arial"/>
                <a:ea typeface="Arial"/>
                <a:cs typeface="Arial"/>
                <a:sym typeface="Arial"/>
              </a:rPr>
              <a:t>Predict experience level (Fresher / Intermediate / Experienced) of the applicant automatically.</a:t>
            </a:r>
            <a:endParaRPr b="0" i="0" sz="1877" u="none" cap="none" strike="noStrike">
              <a:solidFill>
                <a:srgbClr val="000000"/>
              </a:solidFill>
              <a:latin typeface="Calibri"/>
              <a:ea typeface="Calibri"/>
              <a:cs typeface="Calibri"/>
              <a:sym typeface="Calibri"/>
            </a:endParaRPr>
          </a:p>
        </p:txBody>
      </p:sp>
      <p:sp>
        <p:nvSpPr>
          <p:cNvPr id="132" name="Google Shape;132;p15"/>
          <p:cNvSpPr/>
          <p:nvPr/>
        </p:nvSpPr>
        <p:spPr>
          <a:xfrm>
            <a:off x="1522430" y="6278015"/>
            <a:ext cx="8778300" cy="251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Arial"/>
              <a:buNone/>
            </a:pPr>
            <a:r>
              <a:rPr b="0" i="0" lang="en-US" sz="900" u="none" cap="none" strike="noStrike">
                <a:solidFill>
                  <a:schemeClr val="dk2"/>
                </a:solidFill>
                <a:latin typeface="Arial"/>
                <a:ea typeface="Arial"/>
                <a:cs typeface="Arial"/>
                <a:sym typeface="Arial"/>
              </a:rPr>
              <a:t>AI-Based Resume Screening and Job Recommendation System</a:t>
            </a:r>
            <a:endParaRPr b="0" i="0" sz="900" u="none" cap="none" strike="noStrike">
              <a:solidFill>
                <a:schemeClr val="dk2"/>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6"/>
          <p:cNvSpPr txBox="1"/>
          <p:nvPr>
            <p:ph type="title"/>
          </p:nvPr>
        </p:nvSpPr>
        <p:spPr>
          <a:xfrm>
            <a:off x="1268589" y="0"/>
            <a:ext cx="9601200" cy="1143000"/>
          </a:xfrm>
          <a:prstGeom prst="rect">
            <a:avLst/>
          </a:prstGeom>
        </p:spPr>
        <p:txBody>
          <a:bodyPr anchorCtr="0" anchor="b" bIns="45700" lIns="91425" spcFirstLastPara="1" rIns="91425" wrap="square" tIns="45700">
            <a:normAutofit/>
          </a:bodyPr>
          <a:lstStyle/>
          <a:p>
            <a:pPr indent="0" lvl="0" marL="0" rtl="0" algn="ctr">
              <a:lnSpc>
                <a:spcPct val="100000"/>
              </a:lnSpc>
              <a:spcBef>
                <a:spcPts val="0"/>
              </a:spcBef>
              <a:spcAft>
                <a:spcPts val="0"/>
              </a:spcAft>
              <a:buClr>
                <a:schemeClr val="lt1"/>
              </a:buClr>
              <a:buSzPts val="3200"/>
              <a:buFont typeface="Arial"/>
              <a:buNone/>
            </a:pPr>
            <a:r>
              <a:rPr b="1" lang="en-US">
                <a:latin typeface="Arial"/>
                <a:ea typeface="Arial"/>
                <a:cs typeface="Arial"/>
                <a:sym typeface="Arial"/>
              </a:rPr>
              <a:t>Literature Survey / Existing System</a:t>
            </a:r>
            <a:endParaRPr/>
          </a:p>
        </p:txBody>
      </p:sp>
      <p:sp>
        <p:nvSpPr>
          <p:cNvPr id="139" name="Google Shape;139;p16"/>
          <p:cNvSpPr/>
          <p:nvPr/>
        </p:nvSpPr>
        <p:spPr>
          <a:xfrm>
            <a:off x="895700" y="1596599"/>
            <a:ext cx="9974100" cy="464400"/>
          </a:xfrm>
          <a:prstGeom prst="rect">
            <a:avLst/>
          </a:prstGeom>
          <a:noFill/>
          <a:ln>
            <a:noFill/>
          </a:ln>
        </p:spPr>
        <p:txBody>
          <a:bodyPr anchorCtr="0" anchor="t" bIns="58325" lIns="0" spcFirstLastPara="1" rIns="0" wrap="square" tIns="0">
            <a:noAutofit/>
          </a:bodyPr>
          <a:lstStyle/>
          <a:p>
            <a:pPr indent="0" lvl="0" marL="0" marR="0" rtl="0" algn="l">
              <a:spcBef>
                <a:spcPts val="0"/>
              </a:spcBef>
              <a:spcAft>
                <a:spcPts val="0"/>
              </a:spcAft>
              <a:buClr>
                <a:srgbClr val="065A82"/>
              </a:buClr>
              <a:buSzPts val="2067"/>
              <a:buFont typeface="Arial"/>
              <a:buNone/>
            </a:pPr>
            <a:r>
              <a:rPr b="1" i="0" lang="en-US" sz="2067" u="none" cap="none" strike="noStrike">
                <a:solidFill>
                  <a:schemeClr val="dk2"/>
                </a:solidFill>
                <a:latin typeface="Arial"/>
                <a:ea typeface="Arial"/>
                <a:cs typeface="Arial"/>
                <a:sym typeface="Arial"/>
              </a:rPr>
              <a:t>Review of Existing Systems</a:t>
            </a:r>
            <a:endParaRPr b="0" i="0" sz="2067" u="none" cap="none" strike="noStrike">
              <a:solidFill>
                <a:schemeClr val="dk2"/>
              </a:solidFill>
              <a:latin typeface="Calibri"/>
              <a:ea typeface="Calibri"/>
              <a:cs typeface="Calibri"/>
              <a:sym typeface="Calibri"/>
            </a:endParaRPr>
          </a:p>
        </p:txBody>
      </p:sp>
      <p:sp>
        <p:nvSpPr>
          <p:cNvPr id="140" name="Google Shape;140;p16"/>
          <p:cNvSpPr/>
          <p:nvPr/>
        </p:nvSpPr>
        <p:spPr>
          <a:xfrm>
            <a:off x="895700" y="1932780"/>
            <a:ext cx="9974100" cy="1344000"/>
          </a:xfrm>
          <a:prstGeom prst="rect">
            <a:avLst/>
          </a:prstGeom>
          <a:noFill/>
          <a:ln>
            <a:noFill/>
          </a:ln>
        </p:spPr>
        <p:txBody>
          <a:bodyPr anchorCtr="0" anchor="t" bIns="0" lIns="0" spcFirstLastPara="1" rIns="0" wrap="square" tIns="0">
            <a:noAutofit/>
          </a:bodyPr>
          <a:lstStyle/>
          <a:p>
            <a:pPr indent="0" lvl="0" marL="0" marR="0" rtl="0" algn="just">
              <a:spcBef>
                <a:spcPts val="0"/>
              </a:spcBef>
              <a:spcAft>
                <a:spcPts val="0"/>
              </a:spcAft>
              <a:buClr>
                <a:srgbClr val="1A202C"/>
              </a:buClr>
              <a:buSzPts val="1722"/>
              <a:buFont typeface="Arial"/>
              <a:buNone/>
            </a:pPr>
            <a:r>
              <a:rPr b="0" i="0" lang="en-US" sz="1722" u="none" cap="none" strike="noStrike">
                <a:solidFill>
                  <a:srgbClr val="1A202C"/>
                </a:solidFill>
                <a:latin typeface="Arial"/>
                <a:ea typeface="Arial"/>
                <a:cs typeface="Arial"/>
                <a:sym typeface="Arial"/>
              </a:rPr>
              <a:t>Several resume screening systems have been developed using various NLP and ML approaches. Traditional Applicant Tracking Systems (ATS) rely on keyword matching but lack semantic understanding. Researchers have proposed deep learning models such as BERT and LSTM for better context-aware resume parsing. Studies by Celik &amp; Elci (2017) and Kessler et al. (2012) demonstrated that ontology-based and machine learning approaches significantly improve job-candidate matching accuracy over simple keyword-based methods.</a:t>
            </a:r>
            <a:endParaRPr b="0" i="0" sz="1722" u="none" cap="none" strike="noStrike">
              <a:solidFill>
                <a:srgbClr val="000000"/>
              </a:solidFill>
              <a:latin typeface="Calibri"/>
              <a:ea typeface="Calibri"/>
              <a:cs typeface="Calibri"/>
              <a:sym typeface="Calibri"/>
            </a:endParaRPr>
          </a:p>
        </p:txBody>
      </p:sp>
      <p:sp>
        <p:nvSpPr>
          <p:cNvPr id="141" name="Google Shape;141;p16"/>
          <p:cNvSpPr/>
          <p:nvPr/>
        </p:nvSpPr>
        <p:spPr>
          <a:xfrm>
            <a:off x="895700" y="3589801"/>
            <a:ext cx="9974100" cy="464400"/>
          </a:xfrm>
          <a:prstGeom prst="rect">
            <a:avLst/>
          </a:prstGeom>
          <a:noFill/>
          <a:ln>
            <a:noFill/>
          </a:ln>
        </p:spPr>
        <p:txBody>
          <a:bodyPr anchorCtr="0" anchor="t" bIns="58325" lIns="0" spcFirstLastPara="1" rIns="0" wrap="square" tIns="0">
            <a:noAutofit/>
          </a:bodyPr>
          <a:lstStyle/>
          <a:p>
            <a:pPr indent="0" lvl="0" marL="0" marR="0" rtl="0" algn="l">
              <a:spcBef>
                <a:spcPts val="0"/>
              </a:spcBef>
              <a:spcAft>
                <a:spcPts val="0"/>
              </a:spcAft>
              <a:buClr>
                <a:srgbClr val="065A82"/>
              </a:buClr>
              <a:buSzPts val="2067"/>
              <a:buFont typeface="Arial"/>
              <a:buNone/>
            </a:pPr>
            <a:r>
              <a:rPr b="1" i="0" lang="en-US" sz="2067" u="none" cap="none" strike="noStrike">
                <a:solidFill>
                  <a:schemeClr val="dk2"/>
                </a:solidFill>
                <a:latin typeface="Arial"/>
                <a:ea typeface="Arial"/>
                <a:cs typeface="Arial"/>
                <a:sym typeface="Arial"/>
              </a:rPr>
              <a:t>Limitations of Existing Systems</a:t>
            </a:r>
            <a:endParaRPr b="0" i="0" sz="2067" u="none" cap="none" strike="noStrike">
              <a:solidFill>
                <a:schemeClr val="dk2"/>
              </a:solidFill>
              <a:latin typeface="Calibri"/>
              <a:ea typeface="Calibri"/>
              <a:cs typeface="Calibri"/>
              <a:sym typeface="Calibri"/>
            </a:endParaRPr>
          </a:p>
        </p:txBody>
      </p:sp>
      <p:sp>
        <p:nvSpPr>
          <p:cNvPr id="142" name="Google Shape;142;p16"/>
          <p:cNvSpPr/>
          <p:nvPr/>
        </p:nvSpPr>
        <p:spPr>
          <a:xfrm>
            <a:off x="895700" y="3969332"/>
            <a:ext cx="9974100" cy="2260200"/>
          </a:xfrm>
          <a:prstGeom prst="rect">
            <a:avLst/>
          </a:prstGeom>
          <a:noFill/>
          <a:ln>
            <a:noFill/>
          </a:ln>
        </p:spPr>
        <p:txBody>
          <a:bodyPr anchorCtr="0" anchor="t" bIns="0" lIns="0" spcFirstLastPara="1" rIns="0" wrap="square" tIns="0">
            <a:noAutofit/>
          </a:bodyPr>
          <a:lstStyle/>
          <a:p>
            <a:pPr indent="-393716" lvl="0" marL="393715" marR="0" rtl="0" algn="l">
              <a:spcBef>
                <a:spcPts val="0"/>
              </a:spcBef>
              <a:spcAft>
                <a:spcPts val="0"/>
              </a:spcAft>
              <a:buClr>
                <a:srgbClr val="1A202C"/>
              </a:buClr>
              <a:buSzPts val="1722"/>
              <a:buFont typeface="Arial"/>
              <a:buChar char="●"/>
            </a:pPr>
            <a:r>
              <a:rPr b="0" i="0" lang="en-US" sz="1722" u="none" cap="none" strike="noStrike">
                <a:solidFill>
                  <a:srgbClr val="1A202C"/>
                </a:solidFill>
                <a:latin typeface="Arial"/>
                <a:ea typeface="Arial"/>
                <a:cs typeface="Arial"/>
                <a:sym typeface="Arial"/>
              </a:rPr>
              <a:t>Most ATS systems rely purely on keyword frequency and fail to understand contextual meaning.</a:t>
            </a:r>
            <a:endParaRPr b="0" i="0" sz="1722" u="none" cap="none" strike="noStrike">
              <a:solidFill>
                <a:srgbClr val="000000"/>
              </a:solidFill>
              <a:latin typeface="Calibri"/>
              <a:ea typeface="Calibri"/>
              <a:cs typeface="Calibri"/>
              <a:sym typeface="Calibri"/>
            </a:endParaRPr>
          </a:p>
          <a:p>
            <a:pPr indent="-393716" lvl="0" marL="393715" marR="0" rtl="0" algn="l">
              <a:spcBef>
                <a:spcPts val="0"/>
              </a:spcBef>
              <a:spcAft>
                <a:spcPts val="0"/>
              </a:spcAft>
              <a:buClr>
                <a:srgbClr val="1A202C"/>
              </a:buClr>
              <a:buSzPts val="1722"/>
              <a:buFont typeface="Arial"/>
              <a:buChar char="●"/>
            </a:pPr>
            <a:r>
              <a:rPr b="0" i="0" lang="en-US" sz="1722" u="none" cap="none" strike="noStrike">
                <a:solidFill>
                  <a:srgbClr val="1A202C"/>
                </a:solidFill>
                <a:latin typeface="Arial"/>
                <a:ea typeface="Arial"/>
                <a:cs typeface="Arial"/>
                <a:sym typeface="Arial"/>
              </a:rPr>
              <a:t>Existing tools do not provide personalized course or skill recommendations to applicants.</a:t>
            </a:r>
            <a:endParaRPr b="0" i="0" sz="1722" u="none" cap="none" strike="noStrike">
              <a:solidFill>
                <a:srgbClr val="000000"/>
              </a:solidFill>
              <a:latin typeface="Calibri"/>
              <a:ea typeface="Calibri"/>
              <a:cs typeface="Calibri"/>
              <a:sym typeface="Calibri"/>
            </a:endParaRPr>
          </a:p>
          <a:p>
            <a:pPr indent="-393716" lvl="0" marL="393715" marR="0" rtl="0" algn="l">
              <a:spcBef>
                <a:spcPts val="0"/>
              </a:spcBef>
              <a:spcAft>
                <a:spcPts val="0"/>
              </a:spcAft>
              <a:buClr>
                <a:srgbClr val="1A202C"/>
              </a:buClr>
              <a:buSzPts val="1722"/>
              <a:buFont typeface="Arial"/>
              <a:buChar char="●"/>
            </a:pPr>
            <a:r>
              <a:rPr b="0" i="0" lang="en-US" sz="1722" u="none" cap="none" strike="noStrike">
                <a:solidFill>
                  <a:srgbClr val="1A202C"/>
                </a:solidFill>
                <a:latin typeface="Arial"/>
                <a:ea typeface="Arial"/>
                <a:cs typeface="Arial"/>
                <a:sym typeface="Arial"/>
              </a:rPr>
              <a:t>Lack of a unified dashboard that supports both applicant and recruiter/admin roles.</a:t>
            </a:r>
            <a:endParaRPr b="0" i="0" sz="1722" u="none" cap="none" strike="noStrike">
              <a:solidFill>
                <a:srgbClr val="000000"/>
              </a:solidFill>
              <a:latin typeface="Calibri"/>
              <a:ea typeface="Calibri"/>
              <a:cs typeface="Calibri"/>
              <a:sym typeface="Calibri"/>
            </a:endParaRPr>
          </a:p>
          <a:p>
            <a:pPr indent="-393716" lvl="0" marL="393715" marR="0" rtl="0" algn="l">
              <a:spcBef>
                <a:spcPts val="0"/>
              </a:spcBef>
              <a:spcAft>
                <a:spcPts val="0"/>
              </a:spcAft>
              <a:buClr>
                <a:srgbClr val="1A202C"/>
              </a:buClr>
              <a:buSzPts val="1722"/>
              <a:buFont typeface="Arial"/>
              <a:buChar char="●"/>
            </a:pPr>
            <a:r>
              <a:rPr b="0" i="0" lang="en-US" sz="1722" u="none" cap="none" strike="noStrike">
                <a:solidFill>
                  <a:srgbClr val="1A202C"/>
                </a:solidFill>
                <a:latin typeface="Arial"/>
                <a:ea typeface="Arial"/>
                <a:cs typeface="Arial"/>
                <a:sym typeface="Arial"/>
              </a:rPr>
              <a:t>No provision for resume scoring or experience-level prediction in most open-source tools.</a:t>
            </a:r>
            <a:endParaRPr b="0" i="0" sz="1722" u="none" cap="none" strike="noStrike">
              <a:solidFill>
                <a:srgbClr val="000000"/>
              </a:solidFill>
              <a:latin typeface="Calibri"/>
              <a:ea typeface="Calibri"/>
              <a:cs typeface="Calibri"/>
              <a:sym typeface="Calibri"/>
            </a:endParaRPr>
          </a:p>
          <a:p>
            <a:pPr indent="-393716" lvl="0" marL="393715" marR="0" rtl="0" algn="l">
              <a:spcBef>
                <a:spcPts val="0"/>
              </a:spcBef>
              <a:spcAft>
                <a:spcPts val="0"/>
              </a:spcAft>
              <a:buClr>
                <a:srgbClr val="1A202C"/>
              </a:buClr>
              <a:buSzPts val="1722"/>
              <a:buFont typeface="Arial"/>
              <a:buChar char="●"/>
            </a:pPr>
            <a:r>
              <a:rPr b="0" i="0" lang="en-US" sz="1722" u="none" cap="none" strike="noStrike">
                <a:solidFill>
                  <a:srgbClr val="1A202C"/>
                </a:solidFill>
                <a:latin typeface="Arial"/>
                <a:ea typeface="Arial"/>
                <a:cs typeface="Arial"/>
                <a:sym typeface="Arial"/>
              </a:rPr>
              <a:t>Many systems are not accessible to non-technical users due to complex interfaces.</a:t>
            </a:r>
            <a:endParaRPr b="0" i="0" sz="1722" u="none" cap="none" strike="noStrike">
              <a:solidFill>
                <a:srgbClr val="000000"/>
              </a:solidFill>
              <a:latin typeface="Calibri"/>
              <a:ea typeface="Calibri"/>
              <a:cs typeface="Calibri"/>
              <a:sym typeface="Calibri"/>
            </a:endParaRPr>
          </a:p>
        </p:txBody>
      </p:sp>
      <p:sp>
        <p:nvSpPr>
          <p:cNvPr id="143" name="Google Shape;143;p16"/>
          <p:cNvSpPr/>
          <p:nvPr/>
        </p:nvSpPr>
        <p:spPr>
          <a:xfrm>
            <a:off x="1522430" y="6278015"/>
            <a:ext cx="8778300" cy="251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Arial"/>
              <a:buNone/>
            </a:pPr>
            <a:r>
              <a:rPr b="0" i="0" lang="en-US" sz="900" u="none" cap="none" strike="noStrike">
                <a:solidFill>
                  <a:schemeClr val="dk2"/>
                </a:solidFill>
                <a:latin typeface="Arial"/>
                <a:ea typeface="Arial"/>
                <a:cs typeface="Arial"/>
                <a:sym typeface="Arial"/>
              </a:rPr>
              <a:t>AI-Based Resume Screening and Job Recommendation System</a:t>
            </a:r>
            <a:endParaRPr b="0" i="0" sz="900" u="none" cap="none" strike="noStrike">
              <a:solidFill>
                <a:schemeClr val="dk2"/>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7"/>
          <p:cNvSpPr txBox="1"/>
          <p:nvPr>
            <p:ph type="title"/>
          </p:nvPr>
        </p:nvSpPr>
        <p:spPr>
          <a:xfrm>
            <a:off x="1065214" y="523525"/>
            <a:ext cx="9601200" cy="1143000"/>
          </a:xfrm>
          <a:prstGeom prst="rect">
            <a:avLst/>
          </a:prstGeom>
        </p:spPr>
        <p:txBody>
          <a:bodyPr anchorCtr="0" anchor="b" bIns="45700" lIns="91425" spcFirstLastPara="1" rIns="91425" wrap="square" tIns="45700">
            <a:normAutofit/>
          </a:bodyPr>
          <a:lstStyle/>
          <a:p>
            <a:pPr indent="0" lvl="0" marL="0" rtl="0" algn="ctr">
              <a:lnSpc>
                <a:spcPct val="100000"/>
              </a:lnSpc>
              <a:spcBef>
                <a:spcPts val="0"/>
              </a:spcBef>
              <a:spcAft>
                <a:spcPts val="0"/>
              </a:spcAft>
              <a:buClr>
                <a:schemeClr val="lt1"/>
              </a:buClr>
              <a:buSzPts val="3200"/>
              <a:buFont typeface="Arial"/>
              <a:buNone/>
            </a:pPr>
            <a:r>
              <a:rPr b="1" lang="en-US">
                <a:latin typeface="Arial"/>
                <a:ea typeface="Arial"/>
                <a:cs typeface="Arial"/>
                <a:sym typeface="Arial"/>
              </a:rPr>
              <a:t>Problem Statement</a:t>
            </a:r>
            <a:endParaRPr>
              <a:latin typeface="Calibri"/>
              <a:ea typeface="Calibri"/>
              <a:cs typeface="Calibri"/>
              <a:sym typeface="Calibri"/>
            </a:endParaRPr>
          </a:p>
          <a:p>
            <a:pPr indent="0" lvl="0" marL="0" rtl="0" algn="l">
              <a:spcBef>
                <a:spcPts val="0"/>
              </a:spcBef>
              <a:spcAft>
                <a:spcPts val="0"/>
              </a:spcAft>
              <a:buNone/>
            </a:pPr>
            <a:r>
              <a:t/>
            </a:r>
            <a:endParaRPr/>
          </a:p>
        </p:txBody>
      </p:sp>
      <p:sp>
        <p:nvSpPr>
          <p:cNvPr id="150" name="Google Shape;150;p17"/>
          <p:cNvSpPr/>
          <p:nvPr/>
        </p:nvSpPr>
        <p:spPr>
          <a:xfrm>
            <a:off x="717950" y="1196150"/>
            <a:ext cx="10748700" cy="503700"/>
          </a:xfrm>
          <a:prstGeom prst="rect">
            <a:avLst/>
          </a:prstGeom>
          <a:noFill/>
          <a:ln>
            <a:noFill/>
          </a:ln>
        </p:spPr>
        <p:txBody>
          <a:bodyPr anchorCtr="0" anchor="t" bIns="62850" lIns="0" spcFirstLastPara="1" rIns="0" wrap="square" tIns="0">
            <a:noAutofit/>
          </a:bodyPr>
          <a:lstStyle/>
          <a:p>
            <a:pPr indent="0" lvl="0" marL="0" marR="0" rtl="0" algn="l">
              <a:spcBef>
                <a:spcPts val="0"/>
              </a:spcBef>
              <a:spcAft>
                <a:spcPts val="0"/>
              </a:spcAft>
              <a:buClr>
                <a:srgbClr val="065A82"/>
              </a:buClr>
              <a:buSzPts val="2227"/>
              <a:buFont typeface="Arial"/>
              <a:buNone/>
            </a:pPr>
            <a:r>
              <a:rPr b="1" i="0" lang="en-US" sz="2227" u="none" cap="none" strike="noStrike">
                <a:solidFill>
                  <a:schemeClr val="dk2"/>
                </a:solidFill>
                <a:latin typeface="Arial"/>
                <a:ea typeface="Arial"/>
                <a:cs typeface="Arial"/>
                <a:sym typeface="Arial"/>
              </a:rPr>
              <a:t>The Core Problem</a:t>
            </a:r>
            <a:endParaRPr b="0" i="0" sz="2227" u="none" cap="none" strike="noStrike">
              <a:solidFill>
                <a:schemeClr val="dk2"/>
              </a:solidFill>
              <a:latin typeface="Calibri"/>
              <a:ea typeface="Calibri"/>
              <a:cs typeface="Calibri"/>
              <a:sym typeface="Calibri"/>
            </a:endParaRPr>
          </a:p>
        </p:txBody>
      </p:sp>
      <p:sp>
        <p:nvSpPr>
          <p:cNvPr id="151" name="Google Shape;151;p17"/>
          <p:cNvSpPr/>
          <p:nvPr/>
        </p:nvSpPr>
        <p:spPr>
          <a:xfrm>
            <a:off x="717950" y="1766128"/>
            <a:ext cx="10748700" cy="1590600"/>
          </a:xfrm>
          <a:prstGeom prst="rect">
            <a:avLst/>
          </a:prstGeom>
          <a:noFill/>
          <a:ln>
            <a:noFill/>
          </a:ln>
        </p:spPr>
        <p:txBody>
          <a:bodyPr anchorCtr="0" anchor="t" bIns="0" lIns="0" spcFirstLastPara="1" rIns="0" wrap="square" tIns="0">
            <a:noAutofit/>
          </a:bodyPr>
          <a:lstStyle/>
          <a:p>
            <a:pPr indent="0" lvl="0" marL="0" marR="0" rtl="0" algn="just">
              <a:spcBef>
                <a:spcPts val="0"/>
              </a:spcBef>
              <a:spcAft>
                <a:spcPts val="0"/>
              </a:spcAft>
              <a:buClr>
                <a:srgbClr val="1A202C"/>
              </a:buClr>
              <a:buSzPts val="1856"/>
              <a:buFont typeface="Arial"/>
              <a:buNone/>
            </a:pPr>
            <a:r>
              <a:rPr b="0" i="0" lang="en-US" sz="1856" u="none" cap="none" strike="noStrike">
                <a:solidFill>
                  <a:srgbClr val="1A202C"/>
                </a:solidFill>
                <a:latin typeface="Arial"/>
                <a:ea typeface="Arial"/>
                <a:cs typeface="Arial"/>
                <a:sym typeface="Arial"/>
              </a:rPr>
              <a:t>Organizations receive thousands of resumes for each job opening. Manual screening of these resumes is both time-intensive and subjective, leading to inefficiencies and potential bias in the hiring process. Job seekers, on the other hand, are often unaware of the skill gaps in their resumes and do not receive constructive feedback on how to improve their profiles. There is a critical need for an automated, intelligent system that can bridge this gap by providing instant analysis, skill feedback, and job role recommendations.</a:t>
            </a:r>
            <a:endParaRPr b="0" i="0" sz="1856" u="none" cap="none" strike="noStrike">
              <a:solidFill>
                <a:srgbClr val="000000"/>
              </a:solidFill>
              <a:latin typeface="Calibri"/>
              <a:ea typeface="Calibri"/>
              <a:cs typeface="Calibri"/>
              <a:sym typeface="Calibri"/>
            </a:endParaRPr>
          </a:p>
        </p:txBody>
      </p:sp>
      <p:sp>
        <p:nvSpPr>
          <p:cNvPr id="152" name="Google Shape;152;p17"/>
          <p:cNvSpPr/>
          <p:nvPr/>
        </p:nvSpPr>
        <p:spPr>
          <a:xfrm>
            <a:off x="717950" y="3476062"/>
            <a:ext cx="10748700" cy="503700"/>
          </a:xfrm>
          <a:prstGeom prst="rect">
            <a:avLst/>
          </a:prstGeom>
          <a:noFill/>
          <a:ln>
            <a:noFill/>
          </a:ln>
        </p:spPr>
        <p:txBody>
          <a:bodyPr anchorCtr="0" anchor="t" bIns="62850" lIns="0" spcFirstLastPara="1" rIns="0" wrap="square" tIns="0">
            <a:noAutofit/>
          </a:bodyPr>
          <a:lstStyle/>
          <a:p>
            <a:pPr indent="0" lvl="0" marL="0" marR="0" rtl="0" algn="l">
              <a:spcBef>
                <a:spcPts val="0"/>
              </a:spcBef>
              <a:spcAft>
                <a:spcPts val="0"/>
              </a:spcAft>
              <a:buClr>
                <a:srgbClr val="065A82"/>
              </a:buClr>
              <a:buSzPts val="2227"/>
              <a:buFont typeface="Arial"/>
              <a:buNone/>
            </a:pPr>
            <a:r>
              <a:rPr b="1" i="0" lang="en-US" sz="2227" u="none" cap="none" strike="noStrike">
                <a:solidFill>
                  <a:schemeClr val="dk2"/>
                </a:solidFill>
                <a:latin typeface="Arial"/>
                <a:ea typeface="Arial"/>
                <a:cs typeface="Arial"/>
                <a:sym typeface="Arial"/>
              </a:rPr>
              <a:t>Key Challenges Addressed</a:t>
            </a:r>
            <a:endParaRPr b="0" i="0" sz="2227" u="none" cap="none" strike="noStrike">
              <a:solidFill>
                <a:schemeClr val="dk2"/>
              </a:solidFill>
              <a:latin typeface="Calibri"/>
              <a:ea typeface="Calibri"/>
              <a:cs typeface="Calibri"/>
              <a:sym typeface="Calibri"/>
            </a:endParaRPr>
          </a:p>
        </p:txBody>
      </p:sp>
      <p:sp>
        <p:nvSpPr>
          <p:cNvPr id="153" name="Google Shape;153;p17"/>
          <p:cNvSpPr/>
          <p:nvPr/>
        </p:nvSpPr>
        <p:spPr>
          <a:xfrm>
            <a:off x="717950" y="4032785"/>
            <a:ext cx="10748700" cy="2518500"/>
          </a:xfrm>
          <a:prstGeom prst="rect">
            <a:avLst/>
          </a:prstGeom>
          <a:noFill/>
          <a:ln>
            <a:noFill/>
          </a:ln>
        </p:spPr>
        <p:txBody>
          <a:bodyPr anchorCtr="0" anchor="t" bIns="0" lIns="0" spcFirstLastPara="1" rIns="0" wrap="square" tIns="0">
            <a:noAutofit/>
          </a:bodyPr>
          <a:lstStyle/>
          <a:p>
            <a:pPr indent="-424292" lvl="0" marL="424292" marR="0" rtl="0" algn="l">
              <a:spcBef>
                <a:spcPts val="0"/>
              </a:spcBef>
              <a:spcAft>
                <a:spcPts val="0"/>
              </a:spcAft>
              <a:buClr>
                <a:srgbClr val="1A202C"/>
              </a:buClr>
              <a:buSzPts val="1856"/>
              <a:buFont typeface="Arial"/>
              <a:buChar char="●"/>
            </a:pPr>
            <a:r>
              <a:rPr b="0" i="0" lang="en-US" sz="1856" u="none" cap="none" strike="noStrike">
                <a:solidFill>
                  <a:srgbClr val="1A202C"/>
                </a:solidFill>
                <a:latin typeface="Arial"/>
                <a:ea typeface="Arial"/>
                <a:cs typeface="Arial"/>
                <a:sym typeface="Arial"/>
              </a:rPr>
              <a:t>Automating the extraction of structured information (skills, education, experience) from unstructured PDF resumes.</a:t>
            </a:r>
            <a:endParaRPr b="0" i="0" sz="1856" u="none" cap="none" strike="noStrike">
              <a:solidFill>
                <a:srgbClr val="000000"/>
              </a:solidFill>
              <a:latin typeface="Calibri"/>
              <a:ea typeface="Calibri"/>
              <a:cs typeface="Calibri"/>
              <a:sym typeface="Calibri"/>
            </a:endParaRPr>
          </a:p>
          <a:p>
            <a:pPr indent="-424292" lvl="0" marL="424292" marR="0" rtl="0" algn="l">
              <a:spcBef>
                <a:spcPts val="0"/>
              </a:spcBef>
              <a:spcAft>
                <a:spcPts val="0"/>
              </a:spcAft>
              <a:buClr>
                <a:srgbClr val="1A202C"/>
              </a:buClr>
              <a:buSzPts val="1856"/>
              <a:buFont typeface="Arial"/>
              <a:buChar char="●"/>
            </a:pPr>
            <a:r>
              <a:rPr b="0" i="0" lang="en-US" sz="1856" u="none" cap="none" strike="noStrike">
                <a:solidFill>
                  <a:srgbClr val="1A202C"/>
                </a:solidFill>
                <a:latin typeface="Arial"/>
                <a:ea typeface="Arial"/>
                <a:cs typeface="Arial"/>
                <a:sym typeface="Arial"/>
              </a:rPr>
              <a:t>Accurately classifying resumes into appropriate job domains such as Data Science, Web Development, Android, iOS, and UI/UX.</a:t>
            </a:r>
            <a:endParaRPr b="0" i="0" sz="1856" u="none" cap="none" strike="noStrike">
              <a:solidFill>
                <a:srgbClr val="000000"/>
              </a:solidFill>
              <a:latin typeface="Calibri"/>
              <a:ea typeface="Calibri"/>
              <a:cs typeface="Calibri"/>
              <a:sym typeface="Calibri"/>
            </a:endParaRPr>
          </a:p>
          <a:p>
            <a:pPr indent="-424292" lvl="0" marL="424292" marR="0" rtl="0" algn="l">
              <a:spcBef>
                <a:spcPts val="0"/>
              </a:spcBef>
              <a:spcAft>
                <a:spcPts val="0"/>
              </a:spcAft>
              <a:buClr>
                <a:srgbClr val="1A202C"/>
              </a:buClr>
              <a:buSzPts val="1856"/>
              <a:buFont typeface="Arial"/>
              <a:buChar char="●"/>
            </a:pPr>
            <a:r>
              <a:rPr b="0" i="0" lang="en-US" sz="1856" u="none" cap="none" strike="noStrike">
                <a:solidFill>
                  <a:srgbClr val="1A202C"/>
                </a:solidFill>
                <a:latin typeface="Arial"/>
                <a:ea typeface="Arial"/>
                <a:cs typeface="Arial"/>
                <a:sym typeface="Arial"/>
              </a:rPr>
              <a:t>Providing meaningful and personalized recommendations for missing skills and relevant online courses.</a:t>
            </a:r>
            <a:endParaRPr b="0" i="0" sz="1856" u="none" cap="none" strike="noStrike">
              <a:solidFill>
                <a:srgbClr val="000000"/>
              </a:solidFill>
              <a:latin typeface="Calibri"/>
              <a:ea typeface="Calibri"/>
              <a:cs typeface="Calibri"/>
              <a:sym typeface="Calibri"/>
            </a:endParaRPr>
          </a:p>
          <a:p>
            <a:pPr indent="-424292" lvl="0" marL="424292" marR="0" rtl="0" algn="l">
              <a:spcBef>
                <a:spcPts val="0"/>
              </a:spcBef>
              <a:spcAft>
                <a:spcPts val="0"/>
              </a:spcAft>
              <a:buClr>
                <a:srgbClr val="1A202C"/>
              </a:buClr>
              <a:buSzPts val="1856"/>
              <a:buFont typeface="Arial"/>
              <a:buChar char="●"/>
            </a:pPr>
            <a:r>
              <a:rPr b="0" i="0" lang="en-US" sz="1856" u="none" cap="none" strike="noStrike">
                <a:solidFill>
                  <a:srgbClr val="1A202C"/>
                </a:solidFill>
                <a:latin typeface="Arial"/>
                <a:ea typeface="Arial"/>
                <a:cs typeface="Arial"/>
                <a:sym typeface="Arial"/>
              </a:rPr>
              <a:t>Generating a quantitative resume score to help applicants benchmark their profiles effectively.</a:t>
            </a:r>
            <a:endParaRPr b="0" i="0" sz="1856" u="none" cap="none" strike="noStrike">
              <a:solidFill>
                <a:srgbClr val="000000"/>
              </a:solidFill>
              <a:latin typeface="Calibri"/>
              <a:ea typeface="Calibri"/>
              <a:cs typeface="Calibri"/>
              <a:sym typeface="Calibri"/>
            </a:endParaRPr>
          </a:p>
          <a:p>
            <a:pPr indent="-424292" lvl="0" marL="424292" marR="0" rtl="0" algn="l">
              <a:spcBef>
                <a:spcPts val="0"/>
              </a:spcBef>
              <a:spcAft>
                <a:spcPts val="0"/>
              </a:spcAft>
              <a:buClr>
                <a:srgbClr val="1A202C"/>
              </a:buClr>
              <a:buSzPts val="1856"/>
              <a:buFont typeface="Arial"/>
              <a:buChar char="●"/>
            </a:pPr>
            <a:r>
              <a:rPr b="0" i="0" lang="en-US" sz="1856" u="none" cap="none" strike="noStrike">
                <a:solidFill>
                  <a:srgbClr val="1A202C"/>
                </a:solidFill>
                <a:latin typeface="Arial"/>
                <a:ea typeface="Arial"/>
                <a:cs typeface="Arial"/>
                <a:sym typeface="Arial"/>
              </a:rPr>
              <a:t>Ensuring the system is accessible, fast, and user-friendly for both technical and non-technical users.</a:t>
            </a:r>
            <a:endParaRPr b="0" i="0" sz="1856" u="none" cap="none" strike="noStrike">
              <a:solidFill>
                <a:srgbClr val="000000"/>
              </a:solidFill>
              <a:latin typeface="Calibri"/>
              <a:ea typeface="Calibri"/>
              <a:cs typeface="Calibri"/>
              <a:sym typeface="Calibri"/>
            </a:endParaRPr>
          </a:p>
        </p:txBody>
      </p:sp>
      <p:sp>
        <p:nvSpPr>
          <p:cNvPr id="154" name="Google Shape;154;p17"/>
          <p:cNvSpPr/>
          <p:nvPr/>
        </p:nvSpPr>
        <p:spPr>
          <a:xfrm>
            <a:off x="1604330" y="6383340"/>
            <a:ext cx="8778300" cy="251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Arial"/>
              <a:buNone/>
            </a:pPr>
            <a:r>
              <a:rPr b="0" i="0" lang="en-US" sz="900" u="none" cap="none" strike="noStrike">
                <a:solidFill>
                  <a:schemeClr val="dk2"/>
                </a:solidFill>
                <a:latin typeface="Arial"/>
                <a:ea typeface="Arial"/>
                <a:cs typeface="Arial"/>
                <a:sym typeface="Arial"/>
              </a:rPr>
              <a:t>AI-Based Resume Screening and Job Recommendation System</a:t>
            </a:r>
            <a:endParaRPr b="0" i="0" sz="900" u="none" cap="none" strike="noStrike">
              <a:solidFill>
                <a:schemeClr val="dk2"/>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8"/>
          <p:cNvSpPr txBox="1"/>
          <p:nvPr>
            <p:ph type="title"/>
          </p:nvPr>
        </p:nvSpPr>
        <p:spPr>
          <a:xfrm>
            <a:off x="1522414" y="533400"/>
            <a:ext cx="9601200" cy="1143000"/>
          </a:xfrm>
          <a:prstGeom prst="rect">
            <a:avLst/>
          </a:prstGeom>
        </p:spPr>
        <p:txBody>
          <a:bodyPr anchorCtr="0" anchor="b" bIns="45700" lIns="91425" spcFirstLastPara="1" rIns="91425" wrap="square" tIns="45700">
            <a:normAutofit/>
          </a:bodyPr>
          <a:lstStyle/>
          <a:p>
            <a:pPr indent="0" lvl="0" marL="0" rtl="0" algn="ctr">
              <a:lnSpc>
                <a:spcPct val="100000"/>
              </a:lnSpc>
              <a:spcBef>
                <a:spcPts val="0"/>
              </a:spcBef>
              <a:spcAft>
                <a:spcPts val="0"/>
              </a:spcAft>
              <a:buClr>
                <a:schemeClr val="lt1"/>
              </a:buClr>
              <a:buSzPts val="3200"/>
              <a:buFont typeface="Arial"/>
              <a:buNone/>
            </a:pPr>
            <a:r>
              <a:rPr b="1" lang="en-US">
                <a:latin typeface="Arial"/>
                <a:ea typeface="Arial"/>
                <a:cs typeface="Arial"/>
                <a:sym typeface="Arial"/>
              </a:rPr>
              <a:t>Proposed Methodology</a:t>
            </a:r>
            <a:endParaRPr>
              <a:latin typeface="Calibri"/>
              <a:ea typeface="Calibri"/>
              <a:cs typeface="Calibri"/>
              <a:sym typeface="Calibri"/>
            </a:endParaRPr>
          </a:p>
          <a:p>
            <a:pPr indent="0" lvl="0" marL="0" rtl="0" algn="l">
              <a:spcBef>
                <a:spcPts val="0"/>
              </a:spcBef>
              <a:spcAft>
                <a:spcPts val="0"/>
              </a:spcAft>
              <a:buNone/>
            </a:pPr>
            <a:r>
              <a:t/>
            </a:r>
            <a:endParaRPr/>
          </a:p>
        </p:txBody>
      </p:sp>
      <p:sp>
        <p:nvSpPr>
          <p:cNvPr id="161" name="Google Shape;161;p18"/>
          <p:cNvSpPr/>
          <p:nvPr/>
        </p:nvSpPr>
        <p:spPr>
          <a:xfrm>
            <a:off x="726700" y="1769600"/>
            <a:ext cx="10767000" cy="439200"/>
          </a:xfrm>
          <a:prstGeom prst="rect">
            <a:avLst/>
          </a:prstGeom>
          <a:noFill/>
          <a:ln>
            <a:noFill/>
          </a:ln>
        </p:spPr>
        <p:txBody>
          <a:bodyPr anchorCtr="0" anchor="t" bIns="50800" lIns="0" spcFirstLastPara="1" rIns="0" wrap="square" tIns="0">
            <a:noAutofit/>
          </a:bodyPr>
          <a:lstStyle/>
          <a:p>
            <a:pPr indent="0" lvl="0" marL="0" marR="0" rtl="0" algn="l">
              <a:spcBef>
                <a:spcPts val="0"/>
              </a:spcBef>
              <a:spcAft>
                <a:spcPts val="0"/>
              </a:spcAft>
              <a:buClr>
                <a:srgbClr val="065A82"/>
              </a:buClr>
              <a:buSzPts val="1800"/>
              <a:buFont typeface="Arial"/>
              <a:buNone/>
            </a:pPr>
            <a:r>
              <a:rPr b="1" i="0" lang="en-US" sz="1800" u="none" cap="none" strike="noStrike">
                <a:solidFill>
                  <a:schemeClr val="dk2"/>
                </a:solidFill>
                <a:latin typeface="Arial"/>
                <a:ea typeface="Arial"/>
                <a:cs typeface="Arial"/>
                <a:sym typeface="Arial"/>
              </a:rPr>
              <a:t>System Architecture and Approach</a:t>
            </a:r>
            <a:endParaRPr b="0" i="0" sz="1800" u="none" cap="none" strike="noStrike">
              <a:solidFill>
                <a:schemeClr val="dk2"/>
              </a:solidFill>
              <a:latin typeface="Calibri"/>
              <a:ea typeface="Calibri"/>
              <a:cs typeface="Calibri"/>
              <a:sym typeface="Calibri"/>
            </a:endParaRPr>
          </a:p>
        </p:txBody>
      </p:sp>
      <p:sp>
        <p:nvSpPr>
          <p:cNvPr id="162" name="Google Shape;162;p18"/>
          <p:cNvSpPr/>
          <p:nvPr/>
        </p:nvSpPr>
        <p:spPr>
          <a:xfrm>
            <a:off x="726700" y="2266777"/>
            <a:ext cx="10767000" cy="1213800"/>
          </a:xfrm>
          <a:prstGeom prst="rect">
            <a:avLst/>
          </a:prstGeom>
          <a:noFill/>
          <a:ln>
            <a:noFill/>
          </a:ln>
        </p:spPr>
        <p:txBody>
          <a:bodyPr anchorCtr="0" anchor="t" bIns="0" lIns="0" spcFirstLastPara="1" rIns="0" wrap="square" tIns="0">
            <a:noAutofit/>
          </a:bodyPr>
          <a:lstStyle/>
          <a:p>
            <a:pPr indent="0" lvl="0" marL="0" marR="0" rtl="0" algn="just">
              <a:spcBef>
                <a:spcPts val="0"/>
              </a:spcBef>
              <a:spcAft>
                <a:spcPts val="0"/>
              </a:spcAft>
              <a:buClr>
                <a:srgbClr val="1A202C"/>
              </a:buClr>
              <a:buSzPts val="1500"/>
              <a:buFont typeface="Arial"/>
              <a:buNone/>
            </a:pPr>
            <a:r>
              <a:rPr b="0" i="0" lang="en-US" sz="1500" u="none" cap="none" strike="noStrike">
                <a:solidFill>
                  <a:srgbClr val="1A202C"/>
                </a:solidFill>
                <a:latin typeface="Arial"/>
                <a:ea typeface="Arial"/>
                <a:cs typeface="Arial"/>
                <a:sym typeface="Arial"/>
              </a:rPr>
              <a:t>The proposed system follows a modular pipeline architecture built using Python and Streamlit. Resumes are uploaded as PDF files and processed through a multi-stage pipeline: text extraction → NLP parsing → keyword clustering → scoring → recommendation generation. The backend uses pyresparser for structured resume data extraction and spaCy for Named Entity Recognition (NER). MySQL is used for persistent storage of applicant data.</a:t>
            </a:r>
            <a:endParaRPr b="0" i="0" sz="1500" u="none" cap="none" strike="noStrike">
              <a:solidFill>
                <a:srgbClr val="000000"/>
              </a:solidFill>
              <a:latin typeface="Calibri"/>
              <a:ea typeface="Calibri"/>
              <a:cs typeface="Calibri"/>
              <a:sym typeface="Calibri"/>
            </a:endParaRPr>
          </a:p>
        </p:txBody>
      </p:sp>
      <p:sp>
        <p:nvSpPr>
          <p:cNvPr id="163" name="Google Shape;163;p18"/>
          <p:cNvSpPr/>
          <p:nvPr/>
        </p:nvSpPr>
        <p:spPr>
          <a:xfrm>
            <a:off x="726700" y="3584874"/>
            <a:ext cx="10767000" cy="439200"/>
          </a:xfrm>
          <a:prstGeom prst="rect">
            <a:avLst/>
          </a:prstGeom>
          <a:noFill/>
          <a:ln>
            <a:noFill/>
          </a:ln>
        </p:spPr>
        <p:txBody>
          <a:bodyPr anchorCtr="0" anchor="t" bIns="50800" lIns="0" spcFirstLastPara="1" rIns="0" wrap="square" tIns="0">
            <a:noAutofit/>
          </a:bodyPr>
          <a:lstStyle/>
          <a:p>
            <a:pPr indent="0" lvl="0" marL="0" marR="0" rtl="0" algn="l">
              <a:spcBef>
                <a:spcPts val="0"/>
              </a:spcBef>
              <a:spcAft>
                <a:spcPts val="0"/>
              </a:spcAft>
              <a:buClr>
                <a:srgbClr val="065A82"/>
              </a:buClr>
              <a:buSzPts val="1800"/>
              <a:buFont typeface="Arial"/>
              <a:buNone/>
            </a:pPr>
            <a:r>
              <a:rPr b="1" i="0" lang="en-US" sz="1800" u="none" cap="none" strike="noStrike">
                <a:solidFill>
                  <a:schemeClr val="dk2"/>
                </a:solidFill>
                <a:latin typeface="Arial"/>
                <a:ea typeface="Arial"/>
                <a:cs typeface="Arial"/>
                <a:sym typeface="Arial"/>
              </a:rPr>
              <a:t>Processing Pipeline Stages</a:t>
            </a:r>
            <a:endParaRPr b="0" i="0" sz="1800" u="none" cap="none" strike="noStrike">
              <a:solidFill>
                <a:schemeClr val="dk2"/>
              </a:solidFill>
              <a:latin typeface="Calibri"/>
              <a:ea typeface="Calibri"/>
              <a:cs typeface="Calibri"/>
              <a:sym typeface="Calibri"/>
            </a:endParaRPr>
          </a:p>
        </p:txBody>
      </p:sp>
      <p:sp>
        <p:nvSpPr>
          <p:cNvPr id="164" name="Google Shape;164;p18"/>
          <p:cNvSpPr/>
          <p:nvPr/>
        </p:nvSpPr>
        <p:spPr>
          <a:xfrm>
            <a:off x="726700" y="4082051"/>
            <a:ext cx="10767000" cy="24858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A202C"/>
              </a:buClr>
              <a:buSzPts val="1500"/>
              <a:buFont typeface="Arial"/>
              <a:buChar char="●"/>
            </a:pPr>
            <a:r>
              <a:rPr b="0" i="0" lang="en-US" sz="1500" u="none" cap="none" strike="noStrike">
                <a:solidFill>
                  <a:srgbClr val="1A202C"/>
                </a:solidFill>
                <a:latin typeface="Arial"/>
                <a:ea typeface="Arial"/>
                <a:cs typeface="Arial"/>
                <a:sym typeface="Arial"/>
              </a:rPr>
              <a:t>Stage 1 – Resume Upload: User uploads PDF resume via the Streamlit web interface.</a:t>
            </a:r>
            <a:endParaRPr b="0" i="0" sz="1500" u="none" cap="none" strike="noStrike">
              <a:solidFill>
                <a:srgbClr val="000000"/>
              </a:solidFill>
              <a:latin typeface="Calibri"/>
              <a:ea typeface="Calibri"/>
              <a:cs typeface="Calibri"/>
              <a:sym typeface="Calibri"/>
            </a:endParaRPr>
          </a:p>
          <a:p>
            <a:pPr indent="-342900" lvl="0" marL="342900" marR="0" rtl="0" algn="l">
              <a:spcBef>
                <a:spcPts val="0"/>
              </a:spcBef>
              <a:spcAft>
                <a:spcPts val="0"/>
              </a:spcAft>
              <a:buClr>
                <a:srgbClr val="1A202C"/>
              </a:buClr>
              <a:buSzPts val="1500"/>
              <a:buFont typeface="Arial"/>
              <a:buChar char="●"/>
            </a:pPr>
            <a:r>
              <a:rPr b="0" i="0" lang="en-US" sz="1500" u="none" cap="none" strike="noStrike">
                <a:solidFill>
                  <a:srgbClr val="1A202C"/>
                </a:solidFill>
                <a:latin typeface="Arial"/>
                <a:ea typeface="Arial"/>
                <a:cs typeface="Arial"/>
                <a:sym typeface="Arial"/>
              </a:rPr>
              <a:t>Stage 2 – Text Extraction: PDF is parsed using pyresparser and PDFMiner to extract raw text and structured fields.</a:t>
            </a:r>
            <a:endParaRPr b="0" i="0" sz="1500" u="none" cap="none" strike="noStrike">
              <a:solidFill>
                <a:srgbClr val="000000"/>
              </a:solidFill>
              <a:latin typeface="Calibri"/>
              <a:ea typeface="Calibri"/>
              <a:cs typeface="Calibri"/>
              <a:sym typeface="Calibri"/>
            </a:endParaRPr>
          </a:p>
          <a:p>
            <a:pPr indent="-342900" lvl="0" marL="342900" marR="0" rtl="0" algn="l">
              <a:spcBef>
                <a:spcPts val="0"/>
              </a:spcBef>
              <a:spcAft>
                <a:spcPts val="0"/>
              </a:spcAft>
              <a:buClr>
                <a:srgbClr val="1A202C"/>
              </a:buClr>
              <a:buSzPts val="1500"/>
              <a:buFont typeface="Arial"/>
              <a:buChar char="●"/>
            </a:pPr>
            <a:r>
              <a:rPr b="0" i="0" lang="en-US" sz="1500" u="none" cap="none" strike="noStrike">
                <a:solidFill>
                  <a:srgbClr val="1A202C"/>
                </a:solidFill>
                <a:latin typeface="Arial"/>
                <a:ea typeface="Arial"/>
                <a:cs typeface="Arial"/>
                <a:sym typeface="Arial"/>
              </a:rPr>
              <a:t>Stage 3 – NLP Analysis: spaCy NLP model identifies entities — name, email, skills, education, and experience.</a:t>
            </a:r>
            <a:endParaRPr b="0" i="0" sz="1500" u="none" cap="none" strike="noStrike">
              <a:solidFill>
                <a:srgbClr val="000000"/>
              </a:solidFill>
              <a:latin typeface="Calibri"/>
              <a:ea typeface="Calibri"/>
              <a:cs typeface="Calibri"/>
              <a:sym typeface="Calibri"/>
            </a:endParaRPr>
          </a:p>
          <a:p>
            <a:pPr indent="-342900" lvl="0" marL="342900" marR="0" rtl="0" algn="l">
              <a:spcBef>
                <a:spcPts val="0"/>
              </a:spcBef>
              <a:spcAft>
                <a:spcPts val="0"/>
              </a:spcAft>
              <a:buClr>
                <a:srgbClr val="1A202C"/>
              </a:buClr>
              <a:buSzPts val="1500"/>
              <a:buFont typeface="Arial"/>
              <a:buChar char="●"/>
            </a:pPr>
            <a:r>
              <a:rPr b="0" i="0" lang="en-US" sz="1500" u="none" cap="none" strike="noStrike">
                <a:solidFill>
                  <a:srgbClr val="1A202C"/>
                </a:solidFill>
                <a:latin typeface="Arial"/>
                <a:ea typeface="Arial"/>
                <a:cs typeface="Arial"/>
                <a:sym typeface="Arial"/>
              </a:rPr>
              <a:t>Stage 4 – Keyword Clustering: Extracted skills are matched against predefined domain keyword banks to classify job role.</a:t>
            </a:r>
            <a:endParaRPr b="0" i="0" sz="1500" u="none" cap="none" strike="noStrike">
              <a:solidFill>
                <a:srgbClr val="000000"/>
              </a:solidFill>
              <a:latin typeface="Calibri"/>
              <a:ea typeface="Calibri"/>
              <a:cs typeface="Calibri"/>
              <a:sym typeface="Calibri"/>
            </a:endParaRPr>
          </a:p>
          <a:p>
            <a:pPr indent="-342900" lvl="0" marL="342900" marR="0" rtl="0" algn="l">
              <a:spcBef>
                <a:spcPts val="0"/>
              </a:spcBef>
              <a:spcAft>
                <a:spcPts val="0"/>
              </a:spcAft>
              <a:buClr>
                <a:srgbClr val="1A202C"/>
              </a:buClr>
              <a:buSzPts val="1500"/>
              <a:buFont typeface="Arial"/>
              <a:buChar char="●"/>
            </a:pPr>
            <a:r>
              <a:rPr b="0" i="0" lang="en-US" sz="1500" u="none" cap="none" strike="noStrike">
                <a:solidFill>
                  <a:srgbClr val="1A202C"/>
                </a:solidFill>
                <a:latin typeface="Arial"/>
                <a:ea typeface="Arial"/>
                <a:cs typeface="Arial"/>
                <a:sym typeface="Arial"/>
              </a:rPr>
              <a:t>Stage 5 – Scoring &amp; Recommendations: A resume score is computed; missing skills, courses, and videos are recommended.</a:t>
            </a:r>
            <a:endParaRPr b="0" i="0" sz="1500" u="none" cap="none" strike="noStrike">
              <a:solidFill>
                <a:srgbClr val="000000"/>
              </a:solidFill>
              <a:latin typeface="Calibri"/>
              <a:ea typeface="Calibri"/>
              <a:cs typeface="Calibri"/>
              <a:sym typeface="Calibri"/>
            </a:endParaRPr>
          </a:p>
          <a:p>
            <a:pPr indent="-342900" lvl="0" marL="342900" marR="0" rtl="0" algn="l">
              <a:spcBef>
                <a:spcPts val="0"/>
              </a:spcBef>
              <a:spcAft>
                <a:spcPts val="0"/>
              </a:spcAft>
              <a:buClr>
                <a:srgbClr val="1A202C"/>
              </a:buClr>
              <a:buSzPts val="1500"/>
              <a:buFont typeface="Arial"/>
              <a:buChar char="●"/>
            </a:pPr>
            <a:r>
              <a:rPr b="0" i="0" lang="en-US" sz="1500" u="none" cap="none" strike="noStrike">
                <a:solidFill>
                  <a:srgbClr val="1A202C"/>
                </a:solidFill>
                <a:latin typeface="Arial"/>
                <a:ea typeface="Arial"/>
                <a:cs typeface="Arial"/>
                <a:sym typeface="Arial"/>
              </a:rPr>
              <a:t>Stage 6 – Data Storage: All parsed data is stored in a MySQL database accessible via the admin panel.</a:t>
            </a:r>
            <a:endParaRPr b="0" i="0" sz="1500" u="none" cap="none" strike="noStrike">
              <a:solidFill>
                <a:srgbClr val="000000"/>
              </a:solidFill>
              <a:latin typeface="Calibri"/>
              <a:ea typeface="Calibri"/>
              <a:cs typeface="Calibri"/>
              <a:sym typeface="Calibri"/>
            </a:endParaRPr>
          </a:p>
        </p:txBody>
      </p:sp>
      <p:sp>
        <p:nvSpPr>
          <p:cNvPr id="165" name="Google Shape;165;p18"/>
          <p:cNvSpPr/>
          <p:nvPr/>
        </p:nvSpPr>
        <p:spPr>
          <a:xfrm>
            <a:off x="1604330" y="6383340"/>
            <a:ext cx="8778300" cy="251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Arial"/>
              <a:buNone/>
            </a:pPr>
            <a:r>
              <a:rPr b="0" i="0" lang="en-US" sz="900" u="none" cap="none" strike="noStrike">
                <a:solidFill>
                  <a:schemeClr val="dk2"/>
                </a:solidFill>
                <a:latin typeface="Arial"/>
                <a:ea typeface="Arial"/>
                <a:cs typeface="Arial"/>
                <a:sym typeface="Arial"/>
              </a:rPr>
              <a:t>AI-Based Resume Screening and Job Recommendation System</a:t>
            </a:r>
            <a:endParaRPr b="0" i="0" sz="900" u="none" cap="none" strike="noStrike">
              <a:solidFill>
                <a:schemeClr val="dk2"/>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0" name="Shape 170"/>
        <p:cNvGrpSpPr/>
        <p:nvPr/>
      </p:nvGrpSpPr>
      <p:grpSpPr>
        <a:xfrm>
          <a:off x="0" y="0"/>
          <a:ext cx="0" cy="0"/>
          <a:chOff x="0" y="0"/>
          <a:chExt cx="0" cy="0"/>
        </a:xfrm>
      </p:grpSpPr>
      <p:sp>
        <p:nvSpPr>
          <p:cNvPr id="171" name="Google Shape;171;p19"/>
          <p:cNvSpPr/>
          <p:nvPr/>
        </p:nvSpPr>
        <p:spPr>
          <a:xfrm>
            <a:off x="0" y="0"/>
            <a:ext cx="603600" cy="6708600"/>
          </a:xfrm>
          <a:prstGeom prst="rect">
            <a:avLst/>
          </a:prstGeom>
          <a:solidFill>
            <a:srgbClr val="0A7EA4"/>
          </a:solidFill>
          <a:ln cap="flat" cmpd="sng" w="16225">
            <a:solidFill>
              <a:srgbClr val="0A7EA4"/>
            </a:solidFill>
            <a:prstDash val="solid"/>
            <a:round/>
            <a:headEnd len="sm" w="sm" type="none"/>
            <a:tailEnd len="sm" w="sm" type="none"/>
          </a:ln>
        </p:spPr>
        <p:txBody>
          <a:bodyPr anchorCtr="0" anchor="ctr" bIns="116750" lIns="116750" spcFirstLastPara="1" rIns="116750" wrap="square" tIns="116750">
            <a:noAutofit/>
          </a:bodyPr>
          <a:lstStyle/>
          <a:p>
            <a:pPr indent="0" lvl="0" marL="0" rtl="0" algn="l">
              <a:spcBef>
                <a:spcPts val="0"/>
              </a:spcBef>
              <a:spcAft>
                <a:spcPts val="0"/>
              </a:spcAft>
              <a:buNone/>
            </a:pPr>
            <a:r>
              <a:t/>
            </a:r>
            <a:endParaRPr/>
          </a:p>
        </p:txBody>
      </p:sp>
      <p:sp>
        <p:nvSpPr>
          <p:cNvPr id="172" name="Google Shape;172;p19"/>
          <p:cNvSpPr/>
          <p:nvPr/>
        </p:nvSpPr>
        <p:spPr>
          <a:xfrm>
            <a:off x="0" y="0"/>
            <a:ext cx="12188700" cy="1108200"/>
          </a:xfrm>
          <a:prstGeom prst="rect">
            <a:avLst/>
          </a:prstGeom>
          <a:solidFill>
            <a:srgbClr val="0D1B2A"/>
          </a:solidFill>
          <a:ln cap="flat" cmpd="sng" w="16225">
            <a:solidFill>
              <a:srgbClr val="0D1B2A"/>
            </a:solidFill>
            <a:prstDash val="solid"/>
            <a:round/>
            <a:headEnd len="sm" w="sm" type="none"/>
            <a:tailEnd len="sm" w="sm" type="none"/>
          </a:ln>
        </p:spPr>
        <p:txBody>
          <a:bodyPr anchorCtr="0" anchor="ctr" bIns="116750" lIns="116750" spcFirstLastPara="1" rIns="116750" wrap="square" tIns="116750">
            <a:noAutofit/>
          </a:bodyPr>
          <a:lstStyle/>
          <a:p>
            <a:pPr indent="0" lvl="0" marL="0" rtl="0" algn="l">
              <a:spcBef>
                <a:spcPts val="0"/>
              </a:spcBef>
              <a:spcAft>
                <a:spcPts val="0"/>
              </a:spcAft>
              <a:buNone/>
            </a:pPr>
            <a:r>
              <a:t/>
            </a:r>
            <a:endParaRPr/>
          </a:p>
        </p:txBody>
      </p:sp>
      <p:sp>
        <p:nvSpPr>
          <p:cNvPr id="173" name="Google Shape;173;p19"/>
          <p:cNvSpPr/>
          <p:nvPr/>
        </p:nvSpPr>
        <p:spPr>
          <a:xfrm>
            <a:off x="693364" y="0"/>
            <a:ext cx="10758900" cy="1014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4086"/>
              <a:buFont typeface="Arial"/>
              <a:buNone/>
            </a:pPr>
            <a:r>
              <a:rPr b="1" i="0" lang="en-US" sz="4086" u="none" cap="none" strike="noStrike">
                <a:solidFill>
                  <a:srgbClr val="FFFFFF"/>
                </a:solidFill>
                <a:latin typeface="Arial"/>
                <a:ea typeface="Arial"/>
                <a:cs typeface="Arial"/>
                <a:sym typeface="Arial"/>
              </a:rPr>
              <a:t>Flowcharts and Use Case / ER Diagrams</a:t>
            </a:r>
            <a:endParaRPr b="0" i="0" sz="4086" u="none" cap="none" strike="noStrike">
              <a:solidFill>
                <a:srgbClr val="000000"/>
              </a:solidFill>
              <a:latin typeface="Calibri"/>
              <a:ea typeface="Calibri"/>
              <a:cs typeface="Calibri"/>
              <a:sym typeface="Calibri"/>
            </a:endParaRPr>
          </a:p>
        </p:txBody>
      </p:sp>
      <p:sp>
        <p:nvSpPr>
          <p:cNvPr id="174" name="Google Shape;174;p19"/>
          <p:cNvSpPr/>
          <p:nvPr/>
        </p:nvSpPr>
        <p:spPr>
          <a:xfrm>
            <a:off x="25" y="6380250"/>
            <a:ext cx="12188700" cy="465600"/>
          </a:xfrm>
          <a:prstGeom prst="rect">
            <a:avLst/>
          </a:prstGeom>
          <a:solidFill>
            <a:srgbClr val="065A82"/>
          </a:solidFill>
          <a:ln cap="flat" cmpd="sng" w="16225">
            <a:solidFill>
              <a:srgbClr val="065A82"/>
            </a:solidFill>
            <a:prstDash val="solid"/>
            <a:round/>
            <a:headEnd len="sm" w="sm" type="none"/>
            <a:tailEnd len="sm" w="sm" type="none"/>
          </a:ln>
        </p:spPr>
        <p:txBody>
          <a:bodyPr anchorCtr="0" anchor="ctr" bIns="116750" lIns="116750" spcFirstLastPara="1" rIns="116750" wrap="square" tIns="116750">
            <a:noAutofit/>
          </a:bodyPr>
          <a:lstStyle/>
          <a:p>
            <a:pPr indent="0" lvl="0" marL="0" rtl="0" algn="l">
              <a:spcBef>
                <a:spcPts val="0"/>
              </a:spcBef>
              <a:spcAft>
                <a:spcPts val="0"/>
              </a:spcAft>
              <a:buNone/>
            </a:pPr>
            <a:r>
              <a:t/>
            </a:r>
            <a:endParaRPr/>
          </a:p>
        </p:txBody>
      </p:sp>
      <p:sp>
        <p:nvSpPr>
          <p:cNvPr id="175" name="Google Shape;175;p19"/>
          <p:cNvSpPr/>
          <p:nvPr/>
        </p:nvSpPr>
        <p:spPr>
          <a:xfrm>
            <a:off x="693376" y="6380250"/>
            <a:ext cx="11495400" cy="328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49"/>
              <a:buFont typeface="Arial"/>
              <a:buNone/>
            </a:pPr>
            <a:r>
              <a:rPr b="0" i="0" lang="en-US" sz="1149" u="none" cap="none" strike="noStrike">
                <a:solidFill>
                  <a:srgbClr val="FFFFFF"/>
                </a:solidFill>
                <a:latin typeface="Arial"/>
                <a:ea typeface="Arial"/>
                <a:cs typeface="Arial"/>
                <a:sym typeface="Arial"/>
              </a:rPr>
              <a:t>AI-Based Resume Screening and Job Recommendation System</a:t>
            </a:r>
            <a:endParaRPr b="0" i="0" sz="1149" u="none" cap="none" strike="noStrike">
              <a:solidFill>
                <a:srgbClr val="000000"/>
              </a:solidFill>
              <a:latin typeface="Calibri"/>
              <a:ea typeface="Calibri"/>
              <a:cs typeface="Calibri"/>
              <a:sym typeface="Calibri"/>
            </a:endParaRPr>
          </a:p>
        </p:txBody>
      </p:sp>
      <p:sp>
        <p:nvSpPr>
          <p:cNvPr id="176" name="Google Shape;176;p19"/>
          <p:cNvSpPr/>
          <p:nvPr/>
        </p:nvSpPr>
        <p:spPr>
          <a:xfrm>
            <a:off x="749399" y="1192571"/>
            <a:ext cx="5043000" cy="453300"/>
          </a:xfrm>
          <a:prstGeom prst="rect">
            <a:avLst/>
          </a:prstGeom>
          <a:noFill/>
          <a:ln>
            <a:noFill/>
          </a:ln>
        </p:spPr>
        <p:txBody>
          <a:bodyPr anchorCtr="0" anchor="t" bIns="64875" lIns="0" spcFirstLastPara="1" rIns="0" wrap="square" tIns="0">
            <a:noAutofit/>
          </a:bodyPr>
          <a:lstStyle/>
          <a:p>
            <a:pPr indent="0" lvl="0" marL="0" marR="0" rtl="0" algn="l">
              <a:spcBef>
                <a:spcPts val="0"/>
              </a:spcBef>
              <a:spcAft>
                <a:spcPts val="0"/>
              </a:spcAft>
              <a:buClr>
                <a:srgbClr val="065A82"/>
              </a:buClr>
              <a:buSzPts val="2298"/>
              <a:buFont typeface="Arial"/>
              <a:buNone/>
            </a:pPr>
            <a:r>
              <a:rPr b="1" i="0" lang="en-US" sz="2298" u="none" cap="none" strike="noStrike">
                <a:solidFill>
                  <a:srgbClr val="065A82"/>
                </a:solidFill>
                <a:latin typeface="Arial"/>
                <a:ea typeface="Arial"/>
                <a:cs typeface="Arial"/>
                <a:sym typeface="Arial"/>
              </a:rPr>
              <a:t>System Flowchart</a:t>
            </a:r>
            <a:endParaRPr b="0" i="0" sz="2298" u="none" cap="none" strike="noStrike">
              <a:solidFill>
                <a:srgbClr val="000000"/>
              </a:solidFill>
              <a:latin typeface="Calibri"/>
              <a:ea typeface="Calibri"/>
              <a:cs typeface="Calibri"/>
              <a:sym typeface="Calibri"/>
            </a:endParaRPr>
          </a:p>
        </p:txBody>
      </p:sp>
      <p:sp>
        <p:nvSpPr>
          <p:cNvPr id="177" name="Google Shape;177;p19"/>
          <p:cNvSpPr/>
          <p:nvPr/>
        </p:nvSpPr>
        <p:spPr>
          <a:xfrm>
            <a:off x="917503" y="1693451"/>
            <a:ext cx="3586500" cy="417300"/>
          </a:xfrm>
          <a:prstGeom prst="rect">
            <a:avLst/>
          </a:prstGeom>
          <a:solidFill>
            <a:srgbClr val="065A82"/>
          </a:solidFill>
          <a:ln cap="flat" cmpd="sng" w="16225">
            <a:solidFill>
              <a:srgbClr val="065A82"/>
            </a:solidFill>
            <a:prstDash val="solid"/>
            <a:round/>
            <a:headEnd len="sm" w="sm" type="none"/>
            <a:tailEnd len="sm" w="sm" type="none"/>
          </a:ln>
          <a:effectLst>
            <a:outerShdw blurRad="48651" rotWithShape="0" algn="bl" dir="8100000" dist="16217">
              <a:srgbClr val="000000">
                <a:alpha val="10200"/>
              </a:srgbClr>
            </a:outerShdw>
          </a:effectLst>
        </p:spPr>
        <p:txBody>
          <a:bodyPr anchorCtr="0" anchor="ctr" bIns="116750" lIns="116750" spcFirstLastPara="1" rIns="116750" wrap="square" tIns="116750">
            <a:noAutofit/>
          </a:bodyPr>
          <a:lstStyle/>
          <a:p>
            <a:pPr indent="0" lvl="0" marL="0" rtl="0" algn="l">
              <a:spcBef>
                <a:spcPts val="0"/>
              </a:spcBef>
              <a:spcAft>
                <a:spcPts val="0"/>
              </a:spcAft>
              <a:buNone/>
            </a:pPr>
            <a:r>
              <a:t/>
            </a:r>
            <a:endParaRPr/>
          </a:p>
        </p:txBody>
      </p:sp>
      <p:sp>
        <p:nvSpPr>
          <p:cNvPr id="178" name="Google Shape;178;p19"/>
          <p:cNvSpPr/>
          <p:nvPr/>
        </p:nvSpPr>
        <p:spPr>
          <a:xfrm>
            <a:off x="917503" y="1693451"/>
            <a:ext cx="3586500" cy="417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5"/>
              <a:buFont typeface="Arial"/>
              <a:buNone/>
            </a:pPr>
            <a:r>
              <a:rPr b="1" i="0" lang="en-US" sz="1405" u="none" cap="none" strike="noStrike">
                <a:solidFill>
                  <a:srgbClr val="FFFFFF"/>
                </a:solidFill>
                <a:latin typeface="Arial"/>
                <a:ea typeface="Arial"/>
                <a:cs typeface="Arial"/>
                <a:sym typeface="Arial"/>
              </a:rPr>
              <a:t>START</a:t>
            </a:r>
            <a:endParaRPr b="0" i="0" sz="1405" u="none" cap="none" strike="noStrike">
              <a:solidFill>
                <a:srgbClr val="000000"/>
              </a:solidFill>
              <a:latin typeface="Calibri"/>
              <a:ea typeface="Calibri"/>
              <a:cs typeface="Calibri"/>
              <a:sym typeface="Calibri"/>
            </a:endParaRPr>
          </a:p>
        </p:txBody>
      </p:sp>
      <p:cxnSp>
        <p:nvCxnSpPr>
          <p:cNvPr id="179" name="Google Shape;179;p19"/>
          <p:cNvCxnSpPr/>
          <p:nvPr/>
        </p:nvCxnSpPr>
        <p:spPr>
          <a:xfrm>
            <a:off x="2699409" y="2110851"/>
            <a:ext cx="0" cy="107100"/>
          </a:xfrm>
          <a:prstGeom prst="straightConnector1">
            <a:avLst/>
          </a:prstGeom>
          <a:noFill/>
          <a:ln cap="flat" cmpd="sng" w="24325">
            <a:solidFill>
              <a:srgbClr val="4A5568"/>
            </a:solidFill>
            <a:prstDash val="solid"/>
            <a:round/>
            <a:headEnd len="sm" w="sm" type="none"/>
            <a:tailEnd len="sm" w="sm" type="none"/>
          </a:ln>
        </p:spPr>
      </p:cxnSp>
      <p:sp>
        <p:nvSpPr>
          <p:cNvPr id="180" name="Google Shape;180;p19"/>
          <p:cNvSpPr/>
          <p:nvPr/>
        </p:nvSpPr>
        <p:spPr>
          <a:xfrm>
            <a:off x="917503" y="2218182"/>
            <a:ext cx="3586500" cy="417300"/>
          </a:xfrm>
          <a:prstGeom prst="rect">
            <a:avLst/>
          </a:prstGeom>
          <a:solidFill>
            <a:srgbClr val="0A7EA4"/>
          </a:solidFill>
          <a:ln cap="flat" cmpd="sng" w="16225">
            <a:solidFill>
              <a:srgbClr val="065A82"/>
            </a:solidFill>
            <a:prstDash val="solid"/>
            <a:round/>
            <a:headEnd len="sm" w="sm" type="none"/>
            <a:tailEnd len="sm" w="sm" type="none"/>
          </a:ln>
          <a:effectLst>
            <a:outerShdw blurRad="48651" rotWithShape="0" algn="bl" dir="8100000" dist="16217">
              <a:srgbClr val="000000">
                <a:alpha val="10200"/>
              </a:srgbClr>
            </a:outerShdw>
          </a:effectLst>
        </p:spPr>
        <p:txBody>
          <a:bodyPr anchorCtr="0" anchor="ctr" bIns="116750" lIns="116750" spcFirstLastPara="1" rIns="116750" wrap="square" tIns="116750">
            <a:noAutofit/>
          </a:bodyPr>
          <a:lstStyle/>
          <a:p>
            <a:pPr indent="0" lvl="0" marL="0" rtl="0" algn="l">
              <a:spcBef>
                <a:spcPts val="0"/>
              </a:spcBef>
              <a:spcAft>
                <a:spcPts val="0"/>
              </a:spcAft>
              <a:buNone/>
            </a:pPr>
            <a:r>
              <a:t/>
            </a:r>
            <a:endParaRPr/>
          </a:p>
        </p:txBody>
      </p:sp>
      <p:sp>
        <p:nvSpPr>
          <p:cNvPr id="181" name="Google Shape;181;p19"/>
          <p:cNvSpPr/>
          <p:nvPr/>
        </p:nvSpPr>
        <p:spPr>
          <a:xfrm>
            <a:off x="917503" y="2218182"/>
            <a:ext cx="3586500" cy="417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5"/>
              <a:buFont typeface="Arial"/>
              <a:buNone/>
            </a:pPr>
            <a:r>
              <a:rPr b="0" i="0" lang="en-US" sz="1405" u="none" cap="none" strike="noStrike">
                <a:solidFill>
                  <a:srgbClr val="FFFFFF"/>
                </a:solidFill>
                <a:latin typeface="Arial"/>
                <a:ea typeface="Arial"/>
                <a:cs typeface="Arial"/>
                <a:sym typeface="Arial"/>
              </a:rPr>
              <a:t>User Uploads PDF Resume</a:t>
            </a:r>
            <a:endParaRPr b="0" i="0" sz="1405" u="none" cap="none" strike="noStrike">
              <a:solidFill>
                <a:srgbClr val="000000"/>
              </a:solidFill>
              <a:latin typeface="Calibri"/>
              <a:ea typeface="Calibri"/>
              <a:cs typeface="Calibri"/>
              <a:sym typeface="Calibri"/>
            </a:endParaRPr>
          </a:p>
        </p:txBody>
      </p:sp>
      <p:cxnSp>
        <p:nvCxnSpPr>
          <p:cNvPr id="182" name="Google Shape;182;p19"/>
          <p:cNvCxnSpPr/>
          <p:nvPr/>
        </p:nvCxnSpPr>
        <p:spPr>
          <a:xfrm>
            <a:off x="2699409" y="2635582"/>
            <a:ext cx="0" cy="107100"/>
          </a:xfrm>
          <a:prstGeom prst="straightConnector1">
            <a:avLst/>
          </a:prstGeom>
          <a:noFill/>
          <a:ln cap="flat" cmpd="sng" w="24325">
            <a:solidFill>
              <a:srgbClr val="4A5568"/>
            </a:solidFill>
            <a:prstDash val="solid"/>
            <a:round/>
            <a:headEnd len="sm" w="sm" type="none"/>
            <a:tailEnd len="sm" w="sm" type="none"/>
          </a:ln>
        </p:spPr>
      </p:cxnSp>
      <p:sp>
        <p:nvSpPr>
          <p:cNvPr id="183" name="Google Shape;183;p19"/>
          <p:cNvSpPr/>
          <p:nvPr/>
        </p:nvSpPr>
        <p:spPr>
          <a:xfrm>
            <a:off x="917503" y="2742913"/>
            <a:ext cx="3586500" cy="417300"/>
          </a:xfrm>
          <a:prstGeom prst="rect">
            <a:avLst/>
          </a:prstGeom>
          <a:solidFill>
            <a:srgbClr val="0A7EA4"/>
          </a:solidFill>
          <a:ln cap="flat" cmpd="sng" w="16225">
            <a:solidFill>
              <a:srgbClr val="065A82"/>
            </a:solidFill>
            <a:prstDash val="solid"/>
            <a:round/>
            <a:headEnd len="sm" w="sm" type="none"/>
            <a:tailEnd len="sm" w="sm" type="none"/>
          </a:ln>
          <a:effectLst>
            <a:outerShdw blurRad="48651" rotWithShape="0" algn="bl" dir="8100000" dist="16217">
              <a:srgbClr val="000000">
                <a:alpha val="10200"/>
              </a:srgbClr>
            </a:outerShdw>
          </a:effectLst>
        </p:spPr>
        <p:txBody>
          <a:bodyPr anchorCtr="0" anchor="ctr" bIns="116750" lIns="116750" spcFirstLastPara="1" rIns="116750" wrap="square" tIns="116750">
            <a:noAutofit/>
          </a:bodyPr>
          <a:lstStyle/>
          <a:p>
            <a:pPr indent="0" lvl="0" marL="0" rtl="0" algn="l">
              <a:spcBef>
                <a:spcPts val="0"/>
              </a:spcBef>
              <a:spcAft>
                <a:spcPts val="0"/>
              </a:spcAft>
              <a:buNone/>
            </a:pPr>
            <a:r>
              <a:t/>
            </a:r>
            <a:endParaRPr/>
          </a:p>
        </p:txBody>
      </p:sp>
      <p:sp>
        <p:nvSpPr>
          <p:cNvPr id="184" name="Google Shape;184;p19"/>
          <p:cNvSpPr/>
          <p:nvPr/>
        </p:nvSpPr>
        <p:spPr>
          <a:xfrm>
            <a:off x="917503" y="2742913"/>
            <a:ext cx="3586500" cy="417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5"/>
              <a:buFont typeface="Arial"/>
              <a:buNone/>
            </a:pPr>
            <a:r>
              <a:rPr b="0" i="0" lang="en-US" sz="1405" u="none" cap="none" strike="noStrike">
                <a:solidFill>
                  <a:srgbClr val="FFFFFF"/>
                </a:solidFill>
                <a:latin typeface="Arial"/>
                <a:ea typeface="Arial"/>
                <a:cs typeface="Arial"/>
                <a:sym typeface="Arial"/>
              </a:rPr>
              <a:t>Extract Text (PDFMiner)</a:t>
            </a:r>
            <a:endParaRPr b="0" i="0" sz="1405" u="none" cap="none" strike="noStrike">
              <a:solidFill>
                <a:srgbClr val="000000"/>
              </a:solidFill>
              <a:latin typeface="Calibri"/>
              <a:ea typeface="Calibri"/>
              <a:cs typeface="Calibri"/>
              <a:sym typeface="Calibri"/>
            </a:endParaRPr>
          </a:p>
        </p:txBody>
      </p:sp>
      <p:cxnSp>
        <p:nvCxnSpPr>
          <p:cNvPr id="185" name="Google Shape;185;p19"/>
          <p:cNvCxnSpPr/>
          <p:nvPr/>
        </p:nvCxnSpPr>
        <p:spPr>
          <a:xfrm>
            <a:off x="2699409" y="3160313"/>
            <a:ext cx="0" cy="107100"/>
          </a:xfrm>
          <a:prstGeom prst="straightConnector1">
            <a:avLst/>
          </a:prstGeom>
          <a:noFill/>
          <a:ln cap="flat" cmpd="sng" w="24325">
            <a:solidFill>
              <a:srgbClr val="4A5568"/>
            </a:solidFill>
            <a:prstDash val="solid"/>
            <a:round/>
            <a:headEnd len="sm" w="sm" type="none"/>
            <a:tailEnd len="sm" w="sm" type="none"/>
          </a:ln>
        </p:spPr>
      </p:cxnSp>
      <p:sp>
        <p:nvSpPr>
          <p:cNvPr id="186" name="Google Shape;186;p19"/>
          <p:cNvSpPr/>
          <p:nvPr/>
        </p:nvSpPr>
        <p:spPr>
          <a:xfrm>
            <a:off x="917503" y="3267645"/>
            <a:ext cx="3586500" cy="417300"/>
          </a:xfrm>
          <a:prstGeom prst="rect">
            <a:avLst/>
          </a:prstGeom>
          <a:solidFill>
            <a:srgbClr val="0A7EA4"/>
          </a:solidFill>
          <a:ln cap="flat" cmpd="sng" w="16225">
            <a:solidFill>
              <a:srgbClr val="065A82"/>
            </a:solidFill>
            <a:prstDash val="solid"/>
            <a:round/>
            <a:headEnd len="sm" w="sm" type="none"/>
            <a:tailEnd len="sm" w="sm" type="none"/>
          </a:ln>
          <a:effectLst>
            <a:outerShdw blurRad="48651" rotWithShape="0" algn="bl" dir="8100000" dist="16217">
              <a:srgbClr val="000000">
                <a:alpha val="10200"/>
              </a:srgbClr>
            </a:outerShdw>
          </a:effectLst>
        </p:spPr>
        <p:txBody>
          <a:bodyPr anchorCtr="0" anchor="ctr" bIns="116750" lIns="116750" spcFirstLastPara="1" rIns="116750" wrap="square" tIns="116750">
            <a:noAutofit/>
          </a:bodyPr>
          <a:lstStyle/>
          <a:p>
            <a:pPr indent="0" lvl="0" marL="0" rtl="0" algn="l">
              <a:spcBef>
                <a:spcPts val="0"/>
              </a:spcBef>
              <a:spcAft>
                <a:spcPts val="0"/>
              </a:spcAft>
              <a:buNone/>
            </a:pPr>
            <a:r>
              <a:t/>
            </a:r>
            <a:endParaRPr/>
          </a:p>
        </p:txBody>
      </p:sp>
      <p:sp>
        <p:nvSpPr>
          <p:cNvPr id="187" name="Google Shape;187;p19"/>
          <p:cNvSpPr/>
          <p:nvPr/>
        </p:nvSpPr>
        <p:spPr>
          <a:xfrm>
            <a:off x="917503" y="3267645"/>
            <a:ext cx="3586500" cy="417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5"/>
              <a:buFont typeface="Arial"/>
              <a:buNone/>
            </a:pPr>
            <a:r>
              <a:rPr b="0" i="0" lang="en-US" sz="1405" u="none" cap="none" strike="noStrike">
                <a:solidFill>
                  <a:srgbClr val="FFFFFF"/>
                </a:solidFill>
                <a:latin typeface="Arial"/>
                <a:ea typeface="Arial"/>
                <a:cs typeface="Arial"/>
                <a:sym typeface="Arial"/>
              </a:rPr>
              <a:t>Parse with pyresparser + spaCy</a:t>
            </a:r>
            <a:endParaRPr b="0" i="0" sz="1405" u="none" cap="none" strike="noStrike">
              <a:solidFill>
                <a:srgbClr val="000000"/>
              </a:solidFill>
              <a:latin typeface="Calibri"/>
              <a:ea typeface="Calibri"/>
              <a:cs typeface="Calibri"/>
              <a:sym typeface="Calibri"/>
            </a:endParaRPr>
          </a:p>
        </p:txBody>
      </p:sp>
      <p:cxnSp>
        <p:nvCxnSpPr>
          <p:cNvPr id="188" name="Google Shape;188;p19"/>
          <p:cNvCxnSpPr/>
          <p:nvPr/>
        </p:nvCxnSpPr>
        <p:spPr>
          <a:xfrm>
            <a:off x="2699409" y="3685044"/>
            <a:ext cx="0" cy="107100"/>
          </a:xfrm>
          <a:prstGeom prst="straightConnector1">
            <a:avLst/>
          </a:prstGeom>
          <a:noFill/>
          <a:ln cap="flat" cmpd="sng" w="24325">
            <a:solidFill>
              <a:srgbClr val="4A5568"/>
            </a:solidFill>
            <a:prstDash val="solid"/>
            <a:round/>
            <a:headEnd len="sm" w="sm" type="none"/>
            <a:tailEnd len="sm" w="sm" type="none"/>
          </a:ln>
        </p:spPr>
      </p:cxnSp>
      <p:sp>
        <p:nvSpPr>
          <p:cNvPr id="189" name="Google Shape;189;p19"/>
          <p:cNvSpPr/>
          <p:nvPr/>
        </p:nvSpPr>
        <p:spPr>
          <a:xfrm>
            <a:off x="917503" y="3792376"/>
            <a:ext cx="3586500" cy="417300"/>
          </a:xfrm>
          <a:prstGeom prst="rect">
            <a:avLst/>
          </a:prstGeom>
          <a:solidFill>
            <a:srgbClr val="0A7EA4"/>
          </a:solidFill>
          <a:ln cap="flat" cmpd="sng" w="16225">
            <a:solidFill>
              <a:srgbClr val="065A82"/>
            </a:solidFill>
            <a:prstDash val="solid"/>
            <a:round/>
            <a:headEnd len="sm" w="sm" type="none"/>
            <a:tailEnd len="sm" w="sm" type="none"/>
          </a:ln>
          <a:effectLst>
            <a:outerShdw blurRad="48651" rotWithShape="0" algn="bl" dir="8100000" dist="16217">
              <a:srgbClr val="000000">
                <a:alpha val="10200"/>
              </a:srgbClr>
            </a:outerShdw>
          </a:effectLst>
        </p:spPr>
        <p:txBody>
          <a:bodyPr anchorCtr="0" anchor="ctr" bIns="116750" lIns="116750" spcFirstLastPara="1" rIns="116750" wrap="square" tIns="116750">
            <a:noAutofit/>
          </a:bodyPr>
          <a:lstStyle/>
          <a:p>
            <a:pPr indent="0" lvl="0" marL="0" rtl="0" algn="l">
              <a:spcBef>
                <a:spcPts val="0"/>
              </a:spcBef>
              <a:spcAft>
                <a:spcPts val="0"/>
              </a:spcAft>
              <a:buNone/>
            </a:pPr>
            <a:r>
              <a:t/>
            </a:r>
            <a:endParaRPr/>
          </a:p>
        </p:txBody>
      </p:sp>
      <p:sp>
        <p:nvSpPr>
          <p:cNvPr id="190" name="Google Shape;190;p19"/>
          <p:cNvSpPr/>
          <p:nvPr/>
        </p:nvSpPr>
        <p:spPr>
          <a:xfrm>
            <a:off x="917503" y="3792376"/>
            <a:ext cx="3586500" cy="417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5"/>
              <a:buFont typeface="Arial"/>
              <a:buNone/>
            </a:pPr>
            <a:r>
              <a:rPr b="0" i="0" lang="en-US" sz="1405" u="none" cap="none" strike="noStrike">
                <a:solidFill>
                  <a:srgbClr val="FFFFFF"/>
                </a:solidFill>
                <a:latin typeface="Arial"/>
                <a:ea typeface="Arial"/>
                <a:cs typeface="Arial"/>
                <a:sym typeface="Arial"/>
              </a:rPr>
              <a:t>Classify Domain via Keywords</a:t>
            </a:r>
            <a:endParaRPr b="0" i="0" sz="1405" u="none" cap="none" strike="noStrike">
              <a:solidFill>
                <a:srgbClr val="000000"/>
              </a:solidFill>
              <a:latin typeface="Calibri"/>
              <a:ea typeface="Calibri"/>
              <a:cs typeface="Calibri"/>
              <a:sym typeface="Calibri"/>
            </a:endParaRPr>
          </a:p>
        </p:txBody>
      </p:sp>
      <p:cxnSp>
        <p:nvCxnSpPr>
          <p:cNvPr id="191" name="Google Shape;191;p19"/>
          <p:cNvCxnSpPr/>
          <p:nvPr/>
        </p:nvCxnSpPr>
        <p:spPr>
          <a:xfrm>
            <a:off x="2699409" y="4209776"/>
            <a:ext cx="0" cy="107100"/>
          </a:xfrm>
          <a:prstGeom prst="straightConnector1">
            <a:avLst/>
          </a:prstGeom>
          <a:noFill/>
          <a:ln cap="flat" cmpd="sng" w="24325">
            <a:solidFill>
              <a:srgbClr val="4A5568"/>
            </a:solidFill>
            <a:prstDash val="solid"/>
            <a:round/>
            <a:headEnd len="sm" w="sm" type="none"/>
            <a:tailEnd len="sm" w="sm" type="none"/>
          </a:ln>
        </p:spPr>
      </p:cxnSp>
      <p:sp>
        <p:nvSpPr>
          <p:cNvPr id="192" name="Google Shape;192;p19"/>
          <p:cNvSpPr/>
          <p:nvPr/>
        </p:nvSpPr>
        <p:spPr>
          <a:xfrm>
            <a:off x="917503" y="4317107"/>
            <a:ext cx="3586500" cy="417300"/>
          </a:xfrm>
          <a:prstGeom prst="rect">
            <a:avLst/>
          </a:prstGeom>
          <a:solidFill>
            <a:srgbClr val="0A7EA4"/>
          </a:solidFill>
          <a:ln cap="flat" cmpd="sng" w="16225">
            <a:solidFill>
              <a:srgbClr val="065A82"/>
            </a:solidFill>
            <a:prstDash val="solid"/>
            <a:round/>
            <a:headEnd len="sm" w="sm" type="none"/>
            <a:tailEnd len="sm" w="sm" type="none"/>
          </a:ln>
          <a:effectLst>
            <a:outerShdw blurRad="48651" rotWithShape="0" algn="bl" dir="8100000" dist="16217">
              <a:srgbClr val="000000">
                <a:alpha val="10200"/>
              </a:srgbClr>
            </a:outerShdw>
          </a:effectLst>
        </p:spPr>
        <p:txBody>
          <a:bodyPr anchorCtr="0" anchor="ctr" bIns="116750" lIns="116750" spcFirstLastPara="1" rIns="116750" wrap="square" tIns="116750">
            <a:noAutofit/>
          </a:bodyPr>
          <a:lstStyle/>
          <a:p>
            <a:pPr indent="0" lvl="0" marL="0" rtl="0" algn="l">
              <a:spcBef>
                <a:spcPts val="0"/>
              </a:spcBef>
              <a:spcAft>
                <a:spcPts val="0"/>
              </a:spcAft>
              <a:buNone/>
            </a:pPr>
            <a:r>
              <a:t/>
            </a:r>
            <a:endParaRPr/>
          </a:p>
        </p:txBody>
      </p:sp>
      <p:sp>
        <p:nvSpPr>
          <p:cNvPr id="193" name="Google Shape;193;p19"/>
          <p:cNvSpPr/>
          <p:nvPr/>
        </p:nvSpPr>
        <p:spPr>
          <a:xfrm>
            <a:off x="917503" y="4317107"/>
            <a:ext cx="3586500" cy="417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5"/>
              <a:buFont typeface="Arial"/>
              <a:buNone/>
            </a:pPr>
            <a:r>
              <a:rPr b="0" i="0" lang="en-US" sz="1405" u="none" cap="none" strike="noStrike">
                <a:solidFill>
                  <a:srgbClr val="FFFFFF"/>
                </a:solidFill>
                <a:latin typeface="Arial"/>
                <a:ea typeface="Arial"/>
                <a:cs typeface="Arial"/>
                <a:sym typeface="Arial"/>
              </a:rPr>
              <a:t>Compute Resume Score</a:t>
            </a:r>
            <a:endParaRPr b="0" i="0" sz="1405" u="none" cap="none" strike="noStrike">
              <a:solidFill>
                <a:srgbClr val="000000"/>
              </a:solidFill>
              <a:latin typeface="Calibri"/>
              <a:ea typeface="Calibri"/>
              <a:cs typeface="Calibri"/>
              <a:sym typeface="Calibri"/>
            </a:endParaRPr>
          </a:p>
        </p:txBody>
      </p:sp>
      <p:cxnSp>
        <p:nvCxnSpPr>
          <p:cNvPr id="194" name="Google Shape;194;p19"/>
          <p:cNvCxnSpPr/>
          <p:nvPr/>
        </p:nvCxnSpPr>
        <p:spPr>
          <a:xfrm>
            <a:off x="2699409" y="4734507"/>
            <a:ext cx="0" cy="107100"/>
          </a:xfrm>
          <a:prstGeom prst="straightConnector1">
            <a:avLst/>
          </a:prstGeom>
          <a:noFill/>
          <a:ln cap="flat" cmpd="sng" w="24325">
            <a:solidFill>
              <a:srgbClr val="4A5568"/>
            </a:solidFill>
            <a:prstDash val="solid"/>
            <a:round/>
            <a:headEnd len="sm" w="sm" type="none"/>
            <a:tailEnd len="sm" w="sm" type="none"/>
          </a:ln>
        </p:spPr>
      </p:cxnSp>
      <p:sp>
        <p:nvSpPr>
          <p:cNvPr id="195" name="Google Shape;195;p19"/>
          <p:cNvSpPr/>
          <p:nvPr/>
        </p:nvSpPr>
        <p:spPr>
          <a:xfrm>
            <a:off x="917503" y="4841838"/>
            <a:ext cx="3586500" cy="417300"/>
          </a:xfrm>
          <a:prstGeom prst="rect">
            <a:avLst/>
          </a:prstGeom>
          <a:solidFill>
            <a:srgbClr val="0A7EA4"/>
          </a:solidFill>
          <a:ln cap="flat" cmpd="sng" w="16225">
            <a:solidFill>
              <a:srgbClr val="065A82"/>
            </a:solidFill>
            <a:prstDash val="solid"/>
            <a:round/>
            <a:headEnd len="sm" w="sm" type="none"/>
            <a:tailEnd len="sm" w="sm" type="none"/>
          </a:ln>
          <a:effectLst>
            <a:outerShdw blurRad="48651" rotWithShape="0" algn="bl" dir="8100000" dist="16217">
              <a:srgbClr val="000000">
                <a:alpha val="10200"/>
              </a:srgbClr>
            </a:outerShdw>
          </a:effectLst>
        </p:spPr>
        <p:txBody>
          <a:bodyPr anchorCtr="0" anchor="ctr" bIns="116750" lIns="116750" spcFirstLastPara="1" rIns="116750" wrap="square" tIns="116750">
            <a:noAutofit/>
          </a:bodyPr>
          <a:lstStyle/>
          <a:p>
            <a:pPr indent="0" lvl="0" marL="0" rtl="0" algn="l">
              <a:spcBef>
                <a:spcPts val="0"/>
              </a:spcBef>
              <a:spcAft>
                <a:spcPts val="0"/>
              </a:spcAft>
              <a:buNone/>
            </a:pPr>
            <a:r>
              <a:t/>
            </a:r>
            <a:endParaRPr/>
          </a:p>
        </p:txBody>
      </p:sp>
      <p:sp>
        <p:nvSpPr>
          <p:cNvPr id="196" name="Google Shape;196;p19"/>
          <p:cNvSpPr/>
          <p:nvPr/>
        </p:nvSpPr>
        <p:spPr>
          <a:xfrm>
            <a:off x="917503" y="4841838"/>
            <a:ext cx="3586500" cy="417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5"/>
              <a:buFont typeface="Arial"/>
              <a:buNone/>
            </a:pPr>
            <a:r>
              <a:rPr b="0" i="0" lang="en-US" sz="1405" u="none" cap="none" strike="noStrike">
                <a:solidFill>
                  <a:srgbClr val="FFFFFF"/>
                </a:solidFill>
                <a:latin typeface="Arial"/>
                <a:ea typeface="Arial"/>
                <a:cs typeface="Arial"/>
                <a:sym typeface="Arial"/>
              </a:rPr>
              <a:t>Generate Recommendations</a:t>
            </a:r>
            <a:endParaRPr b="0" i="0" sz="1405" u="none" cap="none" strike="noStrike">
              <a:solidFill>
                <a:srgbClr val="000000"/>
              </a:solidFill>
              <a:latin typeface="Calibri"/>
              <a:ea typeface="Calibri"/>
              <a:cs typeface="Calibri"/>
              <a:sym typeface="Calibri"/>
            </a:endParaRPr>
          </a:p>
        </p:txBody>
      </p:sp>
      <p:cxnSp>
        <p:nvCxnSpPr>
          <p:cNvPr id="197" name="Google Shape;197;p19"/>
          <p:cNvCxnSpPr/>
          <p:nvPr/>
        </p:nvCxnSpPr>
        <p:spPr>
          <a:xfrm>
            <a:off x="2699409" y="5259238"/>
            <a:ext cx="0" cy="107100"/>
          </a:xfrm>
          <a:prstGeom prst="straightConnector1">
            <a:avLst/>
          </a:prstGeom>
          <a:noFill/>
          <a:ln cap="flat" cmpd="sng" w="24325">
            <a:solidFill>
              <a:srgbClr val="4A5568"/>
            </a:solidFill>
            <a:prstDash val="solid"/>
            <a:round/>
            <a:headEnd len="sm" w="sm" type="none"/>
            <a:tailEnd len="sm" w="sm" type="none"/>
          </a:ln>
        </p:spPr>
      </p:cxnSp>
      <p:sp>
        <p:nvSpPr>
          <p:cNvPr id="198" name="Google Shape;198;p19"/>
          <p:cNvSpPr/>
          <p:nvPr/>
        </p:nvSpPr>
        <p:spPr>
          <a:xfrm>
            <a:off x="917503" y="5366570"/>
            <a:ext cx="3586500" cy="417300"/>
          </a:xfrm>
          <a:prstGeom prst="rect">
            <a:avLst/>
          </a:prstGeom>
          <a:solidFill>
            <a:srgbClr val="0A7EA4"/>
          </a:solidFill>
          <a:ln cap="flat" cmpd="sng" w="16225">
            <a:solidFill>
              <a:srgbClr val="065A82"/>
            </a:solidFill>
            <a:prstDash val="solid"/>
            <a:round/>
            <a:headEnd len="sm" w="sm" type="none"/>
            <a:tailEnd len="sm" w="sm" type="none"/>
          </a:ln>
          <a:effectLst>
            <a:outerShdw blurRad="48651" rotWithShape="0" algn="bl" dir="8100000" dist="16217">
              <a:srgbClr val="000000">
                <a:alpha val="10200"/>
              </a:srgbClr>
            </a:outerShdw>
          </a:effectLst>
        </p:spPr>
        <p:txBody>
          <a:bodyPr anchorCtr="0" anchor="ctr" bIns="116750" lIns="116750" spcFirstLastPara="1" rIns="116750" wrap="square" tIns="116750">
            <a:noAutofit/>
          </a:bodyPr>
          <a:lstStyle/>
          <a:p>
            <a:pPr indent="0" lvl="0" marL="0" rtl="0" algn="l">
              <a:spcBef>
                <a:spcPts val="0"/>
              </a:spcBef>
              <a:spcAft>
                <a:spcPts val="0"/>
              </a:spcAft>
              <a:buNone/>
            </a:pPr>
            <a:r>
              <a:t/>
            </a:r>
            <a:endParaRPr/>
          </a:p>
        </p:txBody>
      </p:sp>
      <p:sp>
        <p:nvSpPr>
          <p:cNvPr id="199" name="Google Shape;199;p19"/>
          <p:cNvSpPr/>
          <p:nvPr/>
        </p:nvSpPr>
        <p:spPr>
          <a:xfrm>
            <a:off x="917503" y="5366570"/>
            <a:ext cx="3586500" cy="417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5"/>
              <a:buFont typeface="Arial"/>
              <a:buNone/>
            </a:pPr>
            <a:r>
              <a:rPr b="0" i="0" lang="en-US" sz="1405" u="none" cap="none" strike="noStrike">
                <a:solidFill>
                  <a:srgbClr val="FFFFFF"/>
                </a:solidFill>
                <a:latin typeface="Arial"/>
                <a:ea typeface="Arial"/>
                <a:cs typeface="Arial"/>
                <a:sym typeface="Arial"/>
              </a:rPr>
              <a:t>Display Results + Store in DB</a:t>
            </a:r>
            <a:endParaRPr b="0" i="0" sz="1405" u="none" cap="none" strike="noStrike">
              <a:solidFill>
                <a:srgbClr val="000000"/>
              </a:solidFill>
              <a:latin typeface="Calibri"/>
              <a:ea typeface="Calibri"/>
              <a:cs typeface="Calibri"/>
              <a:sym typeface="Calibri"/>
            </a:endParaRPr>
          </a:p>
        </p:txBody>
      </p:sp>
      <p:cxnSp>
        <p:nvCxnSpPr>
          <p:cNvPr id="200" name="Google Shape;200;p19"/>
          <p:cNvCxnSpPr/>
          <p:nvPr/>
        </p:nvCxnSpPr>
        <p:spPr>
          <a:xfrm>
            <a:off x="2699409" y="5783969"/>
            <a:ext cx="0" cy="107100"/>
          </a:xfrm>
          <a:prstGeom prst="straightConnector1">
            <a:avLst/>
          </a:prstGeom>
          <a:noFill/>
          <a:ln cap="flat" cmpd="sng" w="24325">
            <a:solidFill>
              <a:srgbClr val="4A5568"/>
            </a:solidFill>
            <a:prstDash val="solid"/>
            <a:round/>
            <a:headEnd len="sm" w="sm" type="none"/>
            <a:tailEnd len="sm" w="sm" type="none"/>
          </a:ln>
        </p:spPr>
      </p:cxnSp>
      <p:sp>
        <p:nvSpPr>
          <p:cNvPr id="201" name="Google Shape;201;p19"/>
          <p:cNvSpPr/>
          <p:nvPr/>
        </p:nvSpPr>
        <p:spPr>
          <a:xfrm>
            <a:off x="917503" y="5891301"/>
            <a:ext cx="3586500" cy="417300"/>
          </a:xfrm>
          <a:prstGeom prst="rect">
            <a:avLst/>
          </a:prstGeom>
          <a:solidFill>
            <a:srgbClr val="02C39A"/>
          </a:solidFill>
          <a:ln cap="flat" cmpd="sng" w="16225">
            <a:solidFill>
              <a:srgbClr val="065A82"/>
            </a:solidFill>
            <a:prstDash val="solid"/>
            <a:round/>
            <a:headEnd len="sm" w="sm" type="none"/>
            <a:tailEnd len="sm" w="sm" type="none"/>
          </a:ln>
          <a:effectLst>
            <a:outerShdw blurRad="48651" rotWithShape="0" algn="bl" dir="8100000" dist="16217">
              <a:srgbClr val="000000">
                <a:alpha val="10200"/>
              </a:srgbClr>
            </a:outerShdw>
          </a:effectLst>
        </p:spPr>
        <p:txBody>
          <a:bodyPr anchorCtr="0" anchor="ctr" bIns="116750" lIns="116750" spcFirstLastPara="1" rIns="116750" wrap="square" tIns="116750">
            <a:noAutofit/>
          </a:bodyPr>
          <a:lstStyle/>
          <a:p>
            <a:pPr indent="0" lvl="0" marL="0" rtl="0" algn="l">
              <a:spcBef>
                <a:spcPts val="0"/>
              </a:spcBef>
              <a:spcAft>
                <a:spcPts val="0"/>
              </a:spcAft>
              <a:buNone/>
            </a:pPr>
            <a:r>
              <a:t/>
            </a:r>
            <a:endParaRPr/>
          </a:p>
        </p:txBody>
      </p:sp>
      <p:sp>
        <p:nvSpPr>
          <p:cNvPr id="202" name="Google Shape;202;p19"/>
          <p:cNvSpPr/>
          <p:nvPr/>
        </p:nvSpPr>
        <p:spPr>
          <a:xfrm>
            <a:off x="917503" y="5891301"/>
            <a:ext cx="3586500" cy="417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5"/>
              <a:buFont typeface="Arial"/>
              <a:buNone/>
            </a:pPr>
            <a:r>
              <a:rPr b="1" i="0" lang="en-US" sz="1405" u="none" cap="none" strike="noStrike">
                <a:solidFill>
                  <a:srgbClr val="FFFFFF"/>
                </a:solidFill>
                <a:latin typeface="Arial"/>
                <a:ea typeface="Arial"/>
                <a:cs typeface="Arial"/>
                <a:sym typeface="Arial"/>
              </a:rPr>
              <a:t>END</a:t>
            </a:r>
            <a:endParaRPr b="0" i="0" sz="1405" u="none" cap="none" strike="noStrike">
              <a:solidFill>
                <a:srgbClr val="000000"/>
              </a:solidFill>
              <a:latin typeface="Calibri"/>
              <a:ea typeface="Calibri"/>
              <a:cs typeface="Calibri"/>
              <a:sym typeface="Calibri"/>
            </a:endParaRPr>
          </a:p>
        </p:txBody>
      </p:sp>
      <p:sp>
        <p:nvSpPr>
          <p:cNvPr id="203" name="Google Shape;203;p19"/>
          <p:cNvSpPr/>
          <p:nvPr/>
        </p:nvSpPr>
        <p:spPr>
          <a:xfrm>
            <a:off x="5045125" y="1108175"/>
            <a:ext cx="6307200" cy="465600"/>
          </a:xfrm>
          <a:prstGeom prst="rect">
            <a:avLst/>
          </a:prstGeom>
          <a:noFill/>
          <a:ln>
            <a:noFill/>
          </a:ln>
        </p:spPr>
        <p:txBody>
          <a:bodyPr anchorCtr="0" anchor="t" bIns="62975" lIns="0" spcFirstLastPara="1" rIns="0" wrap="square" tIns="0">
            <a:noAutofit/>
          </a:bodyPr>
          <a:lstStyle/>
          <a:p>
            <a:pPr indent="0" lvl="0" marL="0" marR="0" rtl="0" algn="l">
              <a:spcBef>
                <a:spcPts val="0"/>
              </a:spcBef>
              <a:spcAft>
                <a:spcPts val="0"/>
              </a:spcAft>
              <a:buClr>
                <a:srgbClr val="065A82"/>
              </a:buClr>
              <a:buSzPts val="2231"/>
              <a:buFont typeface="Arial"/>
              <a:buNone/>
            </a:pPr>
            <a:r>
              <a:rPr b="1" i="0" lang="en-US" sz="2231" u="none" cap="none" strike="noStrike">
                <a:solidFill>
                  <a:srgbClr val="065A82"/>
                </a:solidFill>
                <a:latin typeface="Arial"/>
                <a:ea typeface="Arial"/>
                <a:cs typeface="Arial"/>
                <a:sym typeface="Arial"/>
              </a:rPr>
              <a:t>ER Diagram — Key Entities</a:t>
            </a:r>
            <a:endParaRPr b="0" i="0" sz="2231" u="none" cap="none" strike="noStrike">
              <a:solidFill>
                <a:srgbClr val="000000"/>
              </a:solidFill>
              <a:latin typeface="Calibri"/>
              <a:ea typeface="Calibri"/>
              <a:cs typeface="Calibri"/>
              <a:sym typeface="Calibri"/>
            </a:endParaRPr>
          </a:p>
        </p:txBody>
      </p:sp>
      <p:sp>
        <p:nvSpPr>
          <p:cNvPr id="204" name="Google Shape;204;p19"/>
          <p:cNvSpPr/>
          <p:nvPr/>
        </p:nvSpPr>
        <p:spPr>
          <a:xfrm>
            <a:off x="5070875" y="1512312"/>
            <a:ext cx="2854800" cy="465600"/>
          </a:xfrm>
          <a:prstGeom prst="rect">
            <a:avLst/>
          </a:prstGeom>
          <a:solidFill>
            <a:srgbClr val="065A82"/>
          </a:solidFill>
          <a:ln cap="flat" cmpd="sng" w="15750">
            <a:solidFill>
              <a:srgbClr val="065A8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l">
              <a:spcBef>
                <a:spcPts val="0"/>
              </a:spcBef>
              <a:spcAft>
                <a:spcPts val="0"/>
              </a:spcAft>
              <a:buNone/>
            </a:pPr>
            <a:r>
              <a:t/>
            </a:r>
            <a:endParaRPr/>
          </a:p>
        </p:txBody>
      </p:sp>
      <p:sp>
        <p:nvSpPr>
          <p:cNvPr id="205" name="Google Shape;205;p19"/>
          <p:cNvSpPr/>
          <p:nvPr/>
        </p:nvSpPr>
        <p:spPr>
          <a:xfrm>
            <a:off x="5070875" y="1512312"/>
            <a:ext cx="2854800" cy="46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87"/>
              <a:buFont typeface="Arial"/>
              <a:buNone/>
            </a:pPr>
            <a:r>
              <a:rPr b="1" i="0" lang="en-US" sz="1487" u="none" cap="none" strike="noStrike">
                <a:solidFill>
                  <a:srgbClr val="FFFFFF"/>
                </a:solidFill>
                <a:latin typeface="Arial"/>
                <a:ea typeface="Arial"/>
                <a:cs typeface="Arial"/>
                <a:sym typeface="Arial"/>
              </a:rPr>
              <a:t>USER</a:t>
            </a:r>
            <a:endParaRPr b="0" i="0" sz="1487" u="none" cap="none" strike="noStrike">
              <a:solidFill>
                <a:srgbClr val="000000"/>
              </a:solidFill>
              <a:latin typeface="Calibri"/>
              <a:ea typeface="Calibri"/>
              <a:cs typeface="Calibri"/>
              <a:sym typeface="Calibri"/>
            </a:endParaRPr>
          </a:p>
        </p:txBody>
      </p:sp>
      <p:sp>
        <p:nvSpPr>
          <p:cNvPr id="206" name="Google Shape;206;p19"/>
          <p:cNvSpPr/>
          <p:nvPr/>
        </p:nvSpPr>
        <p:spPr>
          <a:xfrm>
            <a:off x="5070875" y="1977702"/>
            <a:ext cx="2854800" cy="1653600"/>
          </a:xfrm>
          <a:prstGeom prst="rect">
            <a:avLst/>
          </a:prstGeom>
          <a:solidFill>
            <a:srgbClr val="FFFFFF"/>
          </a:solidFill>
          <a:ln cap="flat" cmpd="sng" w="15750">
            <a:solidFill>
              <a:srgbClr val="CBD5E0"/>
            </a:solidFill>
            <a:prstDash val="solid"/>
            <a:round/>
            <a:headEnd len="sm" w="sm" type="none"/>
            <a:tailEnd len="sm" w="sm" type="none"/>
          </a:ln>
        </p:spPr>
        <p:txBody>
          <a:bodyPr anchorCtr="0" anchor="ctr" bIns="113350" lIns="113350" spcFirstLastPara="1" rIns="113350" wrap="square" tIns="113350">
            <a:noAutofit/>
          </a:bodyPr>
          <a:lstStyle/>
          <a:p>
            <a:pPr indent="0" lvl="0" marL="0" rtl="0" algn="l">
              <a:spcBef>
                <a:spcPts val="0"/>
              </a:spcBef>
              <a:spcAft>
                <a:spcPts val="0"/>
              </a:spcAft>
              <a:buNone/>
            </a:pPr>
            <a:r>
              <a:t/>
            </a:r>
            <a:endParaRPr/>
          </a:p>
        </p:txBody>
      </p:sp>
      <p:sp>
        <p:nvSpPr>
          <p:cNvPr id="207" name="Google Shape;207;p19"/>
          <p:cNvSpPr/>
          <p:nvPr/>
        </p:nvSpPr>
        <p:spPr>
          <a:xfrm>
            <a:off x="5177096" y="1977702"/>
            <a:ext cx="2655600" cy="330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02C"/>
              </a:buClr>
              <a:buSzPts val="1240"/>
              <a:buFont typeface="Arial"/>
              <a:buNone/>
            </a:pPr>
            <a:r>
              <a:rPr b="0" i="0" lang="en-US" sz="1240" u="none" cap="none" strike="noStrike">
                <a:solidFill>
                  <a:srgbClr val="1A202C"/>
                </a:solidFill>
                <a:latin typeface="Arial"/>
                <a:ea typeface="Arial"/>
                <a:cs typeface="Arial"/>
                <a:sym typeface="Arial"/>
              </a:rPr>
              <a:t>user_id (PK)</a:t>
            </a:r>
            <a:endParaRPr b="0" i="0" sz="1240" u="none" cap="none" strike="noStrike">
              <a:solidFill>
                <a:srgbClr val="000000"/>
              </a:solidFill>
              <a:latin typeface="Calibri"/>
              <a:ea typeface="Calibri"/>
              <a:cs typeface="Calibri"/>
              <a:sym typeface="Calibri"/>
            </a:endParaRPr>
          </a:p>
        </p:txBody>
      </p:sp>
      <p:sp>
        <p:nvSpPr>
          <p:cNvPr id="208" name="Google Shape;208;p19"/>
          <p:cNvSpPr/>
          <p:nvPr/>
        </p:nvSpPr>
        <p:spPr>
          <a:xfrm>
            <a:off x="5177096" y="2308375"/>
            <a:ext cx="2655600" cy="330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02C"/>
              </a:buClr>
              <a:buSzPts val="1240"/>
              <a:buFont typeface="Arial"/>
              <a:buNone/>
            </a:pPr>
            <a:r>
              <a:rPr b="0" i="0" lang="en-US" sz="1240" u="none" cap="none" strike="noStrike">
                <a:solidFill>
                  <a:srgbClr val="1A202C"/>
                </a:solidFill>
                <a:latin typeface="Arial"/>
                <a:ea typeface="Arial"/>
                <a:cs typeface="Arial"/>
                <a:sym typeface="Arial"/>
              </a:rPr>
              <a:t>name</a:t>
            </a:r>
            <a:endParaRPr b="0" i="0" sz="1240" u="none" cap="none" strike="noStrike">
              <a:solidFill>
                <a:srgbClr val="000000"/>
              </a:solidFill>
              <a:latin typeface="Calibri"/>
              <a:ea typeface="Calibri"/>
              <a:cs typeface="Calibri"/>
              <a:sym typeface="Calibri"/>
            </a:endParaRPr>
          </a:p>
        </p:txBody>
      </p:sp>
      <p:sp>
        <p:nvSpPr>
          <p:cNvPr id="209" name="Google Shape;209;p19"/>
          <p:cNvSpPr/>
          <p:nvPr/>
        </p:nvSpPr>
        <p:spPr>
          <a:xfrm>
            <a:off x="5177096" y="2639047"/>
            <a:ext cx="2655600" cy="330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02C"/>
              </a:buClr>
              <a:buSzPts val="1240"/>
              <a:buFont typeface="Arial"/>
              <a:buNone/>
            </a:pPr>
            <a:r>
              <a:rPr b="0" i="0" lang="en-US" sz="1240" u="none" cap="none" strike="noStrike">
                <a:solidFill>
                  <a:srgbClr val="1A202C"/>
                </a:solidFill>
                <a:latin typeface="Arial"/>
                <a:ea typeface="Arial"/>
                <a:cs typeface="Arial"/>
                <a:sym typeface="Arial"/>
              </a:rPr>
              <a:t>email</a:t>
            </a:r>
            <a:endParaRPr b="0" i="0" sz="1240" u="none" cap="none" strike="noStrike">
              <a:solidFill>
                <a:srgbClr val="000000"/>
              </a:solidFill>
              <a:latin typeface="Calibri"/>
              <a:ea typeface="Calibri"/>
              <a:cs typeface="Calibri"/>
              <a:sym typeface="Calibri"/>
            </a:endParaRPr>
          </a:p>
        </p:txBody>
      </p:sp>
      <p:sp>
        <p:nvSpPr>
          <p:cNvPr id="210" name="Google Shape;210;p19"/>
          <p:cNvSpPr/>
          <p:nvPr/>
        </p:nvSpPr>
        <p:spPr>
          <a:xfrm>
            <a:off x="5177096" y="2969719"/>
            <a:ext cx="2655600" cy="330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02C"/>
              </a:buClr>
              <a:buSzPts val="1240"/>
              <a:buFont typeface="Arial"/>
              <a:buNone/>
            </a:pPr>
            <a:r>
              <a:rPr b="0" i="0" lang="en-US" sz="1240" u="none" cap="none" strike="noStrike">
                <a:solidFill>
                  <a:srgbClr val="1A202C"/>
                </a:solidFill>
                <a:latin typeface="Arial"/>
                <a:ea typeface="Arial"/>
                <a:cs typeface="Arial"/>
                <a:sym typeface="Arial"/>
              </a:rPr>
              <a:t>resume_score</a:t>
            </a:r>
            <a:endParaRPr b="0" i="0" sz="1240" u="none" cap="none" strike="noStrike">
              <a:solidFill>
                <a:srgbClr val="000000"/>
              </a:solidFill>
              <a:latin typeface="Calibri"/>
              <a:ea typeface="Calibri"/>
              <a:cs typeface="Calibri"/>
              <a:sym typeface="Calibri"/>
            </a:endParaRPr>
          </a:p>
        </p:txBody>
      </p:sp>
      <p:sp>
        <p:nvSpPr>
          <p:cNvPr id="211" name="Google Shape;211;p19"/>
          <p:cNvSpPr/>
          <p:nvPr/>
        </p:nvSpPr>
        <p:spPr>
          <a:xfrm>
            <a:off x="5177096" y="3300391"/>
            <a:ext cx="2655600" cy="330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02C"/>
              </a:buClr>
              <a:buSzPts val="1240"/>
              <a:buFont typeface="Arial"/>
              <a:buNone/>
            </a:pPr>
            <a:r>
              <a:rPr b="0" i="0" lang="en-US" sz="1240" u="none" cap="none" strike="noStrike">
                <a:solidFill>
                  <a:srgbClr val="1A202C"/>
                </a:solidFill>
                <a:latin typeface="Arial"/>
                <a:ea typeface="Arial"/>
                <a:cs typeface="Arial"/>
                <a:sym typeface="Arial"/>
              </a:rPr>
              <a:t>predicted_field</a:t>
            </a:r>
            <a:endParaRPr b="0" i="0" sz="1240" u="none" cap="none" strike="noStrike">
              <a:solidFill>
                <a:srgbClr val="000000"/>
              </a:solidFill>
              <a:latin typeface="Calibri"/>
              <a:ea typeface="Calibri"/>
              <a:cs typeface="Calibri"/>
              <a:sym typeface="Calibri"/>
            </a:endParaRPr>
          </a:p>
        </p:txBody>
      </p:sp>
      <p:sp>
        <p:nvSpPr>
          <p:cNvPr id="212" name="Google Shape;212;p19"/>
          <p:cNvSpPr/>
          <p:nvPr/>
        </p:nvSpPr>
        <p:spPr>
          <a:xfrm>
            <a:off x="5111513" y="3655735"/>
            <a:ext cx="2854800" cy="465600"/>
          </a:xfrm>
          <a:prstGeom prst="rect">
            <a:avLst/>
          </a:prstGeom>
          <a:solidFill>
            <a:srgbClr val="0A7EA4"/>
          </a:solidFill>
          <a:ln cap="flat" cmpd="sng" w="15750">
            <a:solidFill>
              <a:srgbClr val="065A8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l">
              <a:spcBef>
                <a:spcPts val="0"/>
              </a:spcBef>
              <a:spcAft>
                <a:spcPts val="0"/>
              </a:spcAft>
              <a:buNone/>
            </a:pPr>
            <a:r>
              <a:t/>
            </a:r>
            <a:endParaRPr/>
          </a:p>
        </p:txBody>
      </p:sp>
      <p:sp>
        <p:nvSpPr>
          <p:cNvPr id="213" name="Google Shape;213;p19"/>
          <p:cNvSpPr/>
          <p:nvPr/>
        </p:nvSpPr>
        <p:spPr>
          <a:xfrm>
            <a:off x="5111513" y="3655735"/>
            <a:ext cx="2854800" cy="46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87"/>
              <a:buFont typeface="Arial"/>
              <a:buNone/>
            </a:pPr>
            <a:r>
              <a:rPr b="1" i="0" lang="en-US" sz="1487" u="none" cap="none" strike="noStrike">
                <a:solidFill>
                  <a:srgbClr val="FFFFFF"/>
                </a:solidFill>
                <a:latin typeface="Arial"/>
                <a:ea typeface="Arial"/>
                <a:cs typeface="Arial"/>
                <a:sym typeface="Arial"/>
              </a:rPr>
              <a:t>SKILL</a:t>
            </a:r>
            <a:endParaRPr b="0" i="0" sz="1487" u="none" cap="none" strike="noStrike">
              <a:solidFill>
                <a:srgbClr val="000000"/>
              </a:solidFill>
              <a:latin typeface="Calibri"/>
              <a:ea typeface="Calibri"/>
              <a:cs typeface="Calibri"/>
              <a:sym typeface="Calibri"/>
            </a:endParaRPr>
          </a:p>
        </p:txBody>
      </p:sp>
      <p:sp>
        <p:nvSpPr>
          <p:cNvPr id="214" name="Google Shape;214;p19"/>
          <p:cNvSpPr/>
          <p:nvPr/>
        </p:nvSpPr>
        <p:spPr>
          <a:xfrm>
            <a:off x="5111513" y="4121126"/>
            <a:ext cx="2854800" cy="992100"/>
          </a:xfrm>
          <a:prstGeom prst="rect">
            <a:avLst/>
          </a:prstGeom>
          <a:solidFill>
            <a:srgbClr val="FFFFFF"/>
          </a:solidFill>
          <a:ln cap="flat" cmpd="sng" w="15750">
            <a:solidFill>
              <a:srgbClr val="CBD5E0"/>
            </a:solidFill>
            <a:prstDash val="solid"/>
            <a:round/>
            <a:headEnd len="sm" w="sm" type="none"/>
            <a:tailEnd len="sm" w="sm" type="none"/>
          </a:ln>
        </p:spPr>
        <p:txBody>
          <a:bodyPr anchorCtr="0" anchor="ctr" bIns="113350" lIns="113350" spcFirstLastPara="1" rIns="113350" wrap="square" tIns="113350">
            <a:noAutofit/>
          </a:bodyPr>
          <a:lstStyle/>
          <a:p>
            <a:pPr indent="0" lvl="0" marL="0" rtl="0" algn="l">
              <a:spcBef>
                <a:spcPts val="0"/>
              </a:spcBef>
              <a:spcAft>
                <a:spcPts val="0"/>
              </a:spcAft>
              <a:buNone/>
            </a:pPr>
            <a:r>
              <a:t/>
            </a:r>
            <a:endParaRPr/>
          </a:p>
        </p:txBody>
      </p:sp>
      <p:sp>
        <p:nvSpPr>
          <p:cNvPr id="215" name="Google Shape;215;p19"/>
          <p:cNvSpPr/>
          <p:nvPr/>
        </p:nvSpPr>
        <p:spPr>
          <a:xfrm>
            <a:off x="5217733" y="4121126"/>
            <a:ext cx="2655600" cy="330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02C"/>
              </a:buClr>
              <a:buSzPts val="1240"/>
              <a:buFont typeface="Arial"/>
              <a:buNone/>
            </a:pPr>
            <a:r>
              <a:rPr b="0" i="0" lang="en-US" sz="1240" u="none" cap="none" strike="noStrike">
                <a:solidFill>
                  <a:srgbClr val="1A202C"/>
                </a:solidFill>
                <a:latin typeface="Arial"/>
                <a:ea typeface="Arial"/>
                <a:cs typeface="Arial"/>
                <a:sym typeface="Arial"/>
              </a:rPr>
              <a:t>skill_id (PK)</a:t>
            </a:r>
            <a:endParaRPr b="0" i="0" sz="1240" u="none" cap="none" strike="noStrike">
              <a:solidFill>
                <a:srgbClr val="000000"/>
              </a:solidFill>
              <a:latin typeface="Calibri"/>
              <a:ea typeface="Calibri"/>
              <a:cs typeface="Calibri"/>
              <a:sym typeface="Calibri"/>
            </a:endParaRPr>
          </a:p>
        </p:txBody>
      </p:sp>
      <p:sp>
        <p:nvSpPr>
          <p:cNvPr id="216" name="Google Shape;216;p19"/>
          <p:cNvSpPr/>
          <p:nvPr/>
        </p:nvSpPr>
        <p:spPr>
          <a:xfrm>
            <a:off x="5217733" y="4451798"/>
            <a:ext cx="2655600" cy="330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02C"/>
              </a:buClr>
              <a:buSzPts val="1240"/>
              <a:buFont typeface="Arial"/>
              <a:buNone/>
            </a:pPr>
            <a:r>
              <a:rPr b="0" i="0" lang="en-US" sz="1240" u="none" cap="none" strike="noStrike">
                <a:solidFill>
                  <a:srgbClr val="1A202C"/>
                </a:solidFill>
                <a:latin typeface="Arial"/>
                <a:ea typeface="Arial"/>
                <a:cs typeface="Arial"/>
                <a:sym typeface="Arial"/>
              </a:rPr>
              <a:t>skill_name</a:t>
            </a:r>
            <a:endParaRPr b="0" i="0" sz="1240" u="none" cap="none" strike="noStrike">
              <a:solidFill>
                <a:srgbClr val="000000"/>
              </a:solidFill>
              <a:latin typeface="Calibri"/>
              <a:ea typeface="Calibri"/>
              <a:cs typeface="Calibri"/>
              <a:sym typeface="Calibri"/>
            </a:endParaRPr>
          </a:p>
        </p:txBody>
      </p:sp>
      <p:sp>
        <p:nvSpPr>
          <p:cNvPr id="217" name="Google Shape;217;p19"/>
          <p:cNvSpPr/>
          <p:nvPr/>
        </p:nvSpPr>
        <p:spPr>
          <a:xfrm>
            <a:off x="5217733" y="4782470"/>
            <a:ext cx="2655600" cy="330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02C"/>
              </a:buClr>
              <a:buSzPts val="1240"/>
              <a:buFont typeface="Arial"/>
              <a:buNone/>
            </a:pPr>
            <a:r>
              <a:rPr b="0" i="0" lang="en-US" sz="1240" u="none" cap="none" strike="noStrike">
                <a:solidFill>
                  <a:srgbClr val="1A202C"/>
                </a:solidFill>
                <a:latin typeface="Arial"/>
                <a:ea typeface="Arial"/>
                <a:cs typeface="Arial"/>
                <a:sym typeface="Arial"/>
              </a:rPr>
              <a:t>domain</a:t>
            </a:r>
            <a:endParaRPr b="0" i="0" sz="1240" u="none" cap="none" strike="noStrike">
              <a:solidFill>
                <a:srgbClr val="000000"/>
              </a:solidFill>
              <a:latin typeface="Calibri"/>
              <a:ea typeface="Calibri"/>
              <a:cs typeface="Calibri"/>
              <a:sym typeface="Calibri"/>
            </a:endParaRPr>
          </a:p>
        </p:txBody>
      </p:sp>
      <p:sp>
        <p:nvSpPr>
          <p:cNvPr id="218" name="Google Shape;218;p19"/>
          <p:cNvSpPr/>
          <p:nvPr/>
        </p:nvSpPr>
        <p:spPr>
          <a:xfrm>
            <a:off x="8191102" y="1512312"/>
            <a:ext cx="2854800" cy="465600"/>
          </a:xfrm>
          <a:prstGeom prst="rect">
            <a:avLst/>
          </a:prstGeom>
          <a:solidFill>
            <a:srgbClr val="065A82"/>
          </a:solidFill>
          <a:ln cap="flat" cmpd="sng" w="15750">
            <a:solidFill>
              <a:srgbClr val="065A8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l">
              <a:spcBef>
                <a:spcPts val="0"/>
              </a:spcBef>
              <a:spcAft>
                <a:spcPts val="0"/>
              </a:spcAft>
              <a:buNone/>
            </a:pPr>
            <a:r>
              <a:t/>
            </a:r>
            <a:endParaRPr/>
          </a:p>
        </p:txBody>
      </p:sp>
      <p:sp>
        <p:nvSpPr>
          <p:cNvPr id="219" name="Google Shape;219;p19"/>
          <p:cNvSpPr/>
          <p:nvPr/>
        </p:nvSpPr>
        <p:spPr>
          <a:xfrm>
            <a:off x="8191102" y="1512312"/>
            <a:ext cx="2854800" cy="46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87"/>
              <a:buFont typeface="Arial"/>
              <a:buNone/>
            </a:pPr>
            <a:r>
              <a:rPr b="1" i="0" lang="en-US" sz="1487" u="none" cap="none" strike="noStrike">
                <a:solidFill>
                  <a:srgbClr val="FFFFFF"/>
                </a:solidFill>
                <a:latin typeface="Arial"/>
                <a:ea typeface="Arial"/>
                <a:cs typeface="Arial"/>
                <a:sym typeface="Arial"/>
              </a:rPr>
              <a:t>RECOMMENDATION</a:t>
            </a:r>
            <a:endParaRPr b="0" i="0" sz="1487" u="none" cap="none" strike="noStrike">
              <a:solidFill>
                <a:srgbClr val="000000"/>
              </a:solidFill>
              <a:latin typeface="Calibri"/>
              <a:ea typeface="Calibri"/>
              <a:cs typeface="Calibri"/>
              <a:sym typeface="Calibri"/>
            </a:endParaRPr>
          </a:p>
        </p:txBody>
      </p:sp>
      <p:sp>
        <p:nvSpPr>
          <p:cNvPr id="220" name="Google Shape;220;p19"/>
          <p:cNvSpPr/>
          <p:nvPr/>
        </p:nvSpPr>
        <p:spPr>
          <a:xfrm>
            <a:off x="8191102" y="1977702"/>
            <a:ext cx="2854800" cy="1322700"/>
          </a:xfrm>
          <a:prstGeom prst="rect">
            <a:avLst/>
          </a:prstGeom>
          <a:solidFill>
            <a:srgbClr val="FFFFFF"/>
          </a:solidFill>
          <a:ln cap="flat" cmpd="sng" w="15750">
            <a:solidFill>
              <a:srgbClr val="CBD5E0"/>
            </a:solidFill>
            <a:prstDash val="solid"/>
            <a:round/>
            <a:headEnd len="sm" w="sm" type="none"/>
            <a:tailEnd len="sm" w="sm" type="none"/>
          </a:ln>
        </p:spPr>
        <p:txBody>
          <a:bodyPr anchorCtr="0" anchor="ctr" bIns="113350" lIns="113350" spcFirstLastPara="1" rIns="113350" wrap="square" tIns="113350">
            <a:noAutofit/>
          </a:bodyPr>
          <a:lstStyle/>
          <a:p>
            <a:pPr indent="0" lvl="0" marL="0" rtl="0" algn="l">
              <a:spcBef>
                <a:spcPts val="0"/>
              </a:spcBef>
              <a:spcAft>
                <a:spcPts val="0"/>
              </a:spcAft>
              <a:buNone/>
            </a:pPr>
            <a:r>
              <a:t/>
            </a:r>
            <a:endParaRPr/>
          </a:p>
        </p:txBody>
      </p:sp>
      <p:sp>
        <p:nvSpPr>
          <p:cNvPr id="221" name="Google Shape;221;p19"/>
          <p:cNvSpPr/>
          <p:nvPr/>
        </p:nvSpPr>
        <p:spPr>
          <a:xfrm>
            <a:off x="8297322" y="1977702"/>
            <a:ext cx="2655600" cy="330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02C"/>
              </a:buClr>
              <a:buSzPts val="1240"/>
              <a:buFont typeface="Arial"/>
              <a:buNone/>
            </a:pPr>
            <a:r>
              <a:rPr b="0" i="0" lang="en-US" sz="1240" u="none" cap="none" strike="noStrike">
                <a:solidFill>
                  <a:srgbClr val="1A202C"/>
                </a:solidFill>
                <a:latin typeface="Arial"/>
                <a:ea typeface="Arial"/>
                <a:cs typeface="Arial"/>
                <a:sym typeface="Arial"/>
              </a:rPr>
              <a:t>rec_id (PK)</a:t>
            </a:r>
            <a:endParaRPr b="0" i="0" sz="1240" u="none" cap="none" strike="noStrike">
              <a:solidFill>
                <a:srgbClr val="000000"/>
              </a:solidFill>
              <a:latin typeface="Calibri"/>
              <a:ea typeface="Calibri"/>
              <a:cs typeface="Calibri"/>
              <a:sym typeface="Calibri"/>
            </a:endParaRPr>
          </a:p>
        </p:txBody>
      </p:sp>
      <p:sp>
        <p:nvSpPr>
          <p:cNvPr id="222" name="Google Shape;222;p19"/>
          <p:cNvSpPr/>
          <p:nvPr/>
        </p:nvSpPr>
        <p:spPr>
          <a:xfrm>
            <a:off x="8297322" y="2308375"/>
            <a:ext cx="2655600" cy="330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02C"/>
              </a:buClr>
              <a:buSzPts val="1240"/>
              <a:buFont typeface="Arial"/>
              <a:buNone/>
            </a:pPr>
            <a:r>
              <a:rPr b="0" i="0" lang="en-US" sz="1240" u="none" cap="none" strike="noStrike">
                <a:solidFill>
                  <a:srgbClr val="1A202C"/>
                </a:solidFill>
                <a:latin typeface="Arial"/>
                <a:ea typeface="Arial"/>
                <a:cs typeface="Arial"/>
                <a:sym typeface="Arial"/>
              </a:rPr>
              <a:t>course_name</a:t>
            </a:r>
            <a:endParaRPr b="0" i="0" sz="1240" u="none" cap="none" strike="noStrike">
              <a:solidFill>
                <a:srgbClr val="000000"/>
              </a:solidFill>
              <a:latin typeface="Calibri"/>
              <a:ea typeface="Calibri"/>
              <a:cs typeface="Calibri"/>
              <a:sym typeface="Calibri"/>
            </a:endParaRPr>
          </a:p>
        </p:txBody>
      </p:sp>
      <p:sp>
        <p:nvSpPr>
          <p:cNvPr id="223" name="Google Shape;223;p19"/>
          <p:cNvSpPr/>
          <p:nvPr/>
        </p:nvSpPr>
        <p:spPr>
          <a:xfrm>
            <a:off x="8297322" y="2639047"/>
            <a:ext cx="2655600" cy="330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02C"/>
              </a:buClr>
              <a:buSzPts val="1240"/>
              <a:buFont typeface="Arial"/>
              <a:buNone/>
            </a:pPr>
            <a:r>
              <a:rPr b="0" i="0" lang="en-US" sz="1240" u="none" cap="none" strike="noStrike">
                <a:solidFill>
                  <a:srgbClr val="1A202C"/>
                </a:solidFill>
                <a:latin typeface="Arial"/>
                <a:ea typeface="Arial"/>
                <a:cs typeface="Arial"/>
                <a:sym typeface="Arial"/>
              </a:rPr>
              <a:t>course_link</a:t>
            </a:r>
            <a:endParaRPr b="0" i="0" sz="1240" u="none" cap="none" strike="noStrike">
              <a:solidFill>
                <a:srgbClr val="000000"/>
              </a:solidFill>
              <a:latin typeface="Calibri"/>
              <a:ea typeface="Calibri"/>
              <a:cs typeface="Calibri"/>
              <a:sym typeface="Calibri"/>
            </a:endParaRPr>
          </a:p>
        </p:txBody>
      </p:sp>
      <p:sp>
        <p:nvSpPr>
          <p:cNvPr id="224" name="Google Shape;224;p19"/>
          <p:cNvSpPr/>
          <p:nvPr/>
        </p:nvSpPr>
        <p:spPr>
          <a:xfrm>
            <a:off x="8297322" y="2969719"/>
            <a:ext cx="2655600" cy="330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02C"/>
              </a:buClr>
              <a:buSzPts val="1240"/>
              <a:buFont typeface="Arial"/>
              <a:buNone/>
            </a:pPr>
            <a:r>
              <a:rPr b="0" i="0" lang="en-US" sz="1240" u="none" cap="none" strike="noStrike">
                <a:solidFill>
                  <a:srgbClr val="1A202C"/>
                </a:solidFill>
                <a:latin typeface="Arial"/>
                <a:ea typeface="Arial"/>
                <a:cs typeface="Arial"/>
                <a:sym typeface="Arial"/>
              </a:rPr>
              <a:t>domain</a:t>
            </a:r>
            <a:endParaRPr b="0" i="0" sz="1240" u="none" cap="none" strike="noStrike">
              <a:solidFill>
                <a:srgbClr val="000000"/>
              </a:solidFill>
              <a:latin typeface="Calibri"/>
              <a:ea typeface="Calibri"/>
              <a:cs typeface="Calibri"/>
              <a:sym typeface="Calibri"/>
            </a:endParaRPr>
          </a:p>
        </p:txBody>
      </p:sp>
      <p:sp>
        <p:nvSpPr>
          <p:cNvPr id="225" name="Google Shape;225;p19"/>
          <p:cNvSpPr/>
          <p:nvPr/>
        </p:nvSpPr>
        <p:spPr>
          <a:xfrm>
            <a:off x="8231739" y="3655735"/>
            <a:ext cx="2854800" cy="465600"/>
          </a:xfrm>
          <a:prstGeom prst="rect">
            <a:avLst/>
          </a:prstGeom>
          <a:solidFill>
            <a:srgbClr val="4A5568"/>
          </a:solidFill>
          <a:ln cap="flat" cmpd="sng" w="15750">
            <a:solidFill>
              <a:srgbClr val="065A82"/>
            </a:solidFill>
            <a:prstDash val="solid"/>
            <a:round/>
            <a:headEnd len="sm" w="sm" type="none"/>
            <a:tailEnd len="sm" w="sm" type="none"/>
          </a:ln>
        </p:spPr>
        <p:txBody>
          <a:bodyPr anchorCtr="0" anchor="ctr" bIns="113350" lIns="113350" spcFirstLastPara="1" rIns="113350" wrap="square" tIns="113350">
            <a:noAutofit/>
          </a:bodyPr>
          <a:lstStyle/>
          <a:p>
            <a:pPr indent="0" lvl="0" marL="0" rtl="0" algn="l">
              <a:spcBef>
                <a:spcPts val="0"/>
              </a:spcBef>
              <a:spcAft>
                <a:spcPts val="0"/>
              </a:spcAft>
              <a:buNone/>
            </a:pPr>
            <a:r>
              <a:t/>
            </a:r>
            <a:endParaRPr/>
          </a:p>
        </p:txBody>
      </p:sp>
      <p:sp>
        <p:nvSpPr>
          <p:cNvPr id="226" name="Google Shape;226;p19"/>
          <p:cNvSpPr/>
          <p:nvPr/>
        </p:nvSpPr>
        <p:spPr>
          <a:xfrm>
            <a:off x="8231739" y="3655735"/>
            <a:ext cx="2854800" cy="46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87"/>
              <a:buFont typeface="Arial"/>
              <a:buNone/>
            </a:pPr>
            <a:r>
              <a:rPr b="1" i="0" lang="en-US" sz="1487" u="none" cap="none" strike="noStrike">
                <a:solidFill>
                  <a:srgbClr val="FFFFFF"/>
                </a:solidFill>
                <a:latin typeface="Arial"/>
                <a:ea typeface="Arial"/>
                <a:cs typeface="Arial"/>
                <a:sym typeface="Arial"/>
              </a:rPr>
              <a:t>ADMIN</a:t>
            </a:r>
            <a:endParaRPr b="0" i="0" sz="1487" u="none" cap="none" strike="noStrike">
              <a:solidFill>
                <a:srgbClr val="000000"/>
              </a:solidFill>
              <a:latin typeface="Calibri"/>
              <a:ea typeface="Calibri"/>
              <a:cs typeface="Calibri"/>
              <a:sym typeface="Calibri"/>
            </a:endParaRPr>
          </a:p>
        </p:txBody>
      </p:sp>
      <p:sp>
        <p:nvSpPr>
          <p:cNvPr id="227" name="Google Shape;227;p19"/>
          <p:cNvSpPr/>
          <p:nvPr/>
        </p:nvSpPr>
        <p:spPr>
          <a:xfrm>
            <a:off x="8231739" y="4121126"/>
            <a:ext cx="2854800" cy="992100"/>
          </a:xfrm>
          <a:prstGeom prst="rect">
            <a:avLst/>
          </a:prstGeom>
          <a:solidFill>
            <a:srgbClr val="FFFFFF"/>
          </a:solidFill>
          <a:ln cap="flat" cmpd="sng" w="15750">
            <a:solidFill>
              <a:srgbClr val="CBD5E0"/>
            </a:solidFill>
            <a:prstDash val="solid"/>
            <a:round/>
            <a:headEnd len="sm" w="sm" type="none"/>
            <a:tailEnd len="sm" w="sm" type="none"/>
          </a:ln>
        </p:spPr>
        <p:txBody>
          <a:bodyPr anchorCtr="0" anchor="ctr" bIns="113350" lIns="113350" spcFirstLastPara="1" rIns="113350" wrap="square" tIns="113350">
            <a:noAutofit/>
          </a:bodyPr>
          <a:lstStyle/>
          <a:p>
            <a:pPr indent="0" lvl="0" marL="0" rtl="0" algn="l">
              <a:spcBef>
                <a:spcPts val="0"/>
              </a:spcBef>
              <a:spcAft>
                <a:spcPts val="0"/>
              </a:spcAft>
              <a:buNone/>
            </a:pPr>
            <a:r>
              <a:t/>
            </a:r>
            <a:endParaRPr/>
          </a:p>
        </p:txBody>
      </p:sp>
      <p:sp>
        <p:nvSpPr>
          <p:cNvPr id="228" name="Google Shape;228;p19"/>
          <p:cNvSpPr/>
          <p:nvPr/>
        </p:nvSpPr>
        <p:spPr>
          <a:xfrm>
            <a:off x="8337959" y="4121126"/>
            <a:ext cx="2655600" cy="330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02C"/>
              </a:buClr>
              <a:buSzPts val="1240"/>
              <a:buFont typeface="Arial"/>
              <a:buNone/>
            </a:pPr>
            <a:r>
              <a:rPr b="0" i="0" lang="en-US" sz="1240" u="none" cap="none" strike="noStrike">
                <a:solidFill>
                  <a:srgbClr val="1A202C"/>
                </a:solidFill>
                <a:latin typeface="Arial"/>
                <a:ea typeface="Arial"/>
                <a:cs typeface="Arial"/>
                <a:sym typeface="Arial"/>
              </a:rPr>
              <a:t>admin_id (PK)</a:t>
            </a:r>
            <a:endParaRPr b="0" i="0" sz="1240" u="none" cap="none" strike="noStrike">
              <a:solidFill>
                <a:srgbClr val="000000"/>
              </a:solidFill>
              <a:latin typeface="Calibri"/>
              <a:ea typeface="Calibri"/>
              <a:cs typeface="Calibri"/>
              <a:sym typeface="Calibri"/>
            </a:endParaRPr>
          </a:p>
        </p:txBody>
      </p:sp>
      <p:sp>
        <p:nvSpPr>
          <p:cNvPr id="229" name="Google Shape;229;p19"/>
          <p:cNvSpPr/>
          <p:nvPr/>
        </p:nvSpPr>
        <p:spPr>
          <a:xfrm>
            <a:off x="8337959" y="4451798"/>
            <a:ext cx="2655600" cy="330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02C"/>
              </a:buClr>
              <a:buSzPts val="1240"/>
              <a:buFont typeface="Arial"/>
              <a:buNone/>
            </a:pPr>
            <a:r>
              <a:rPr b="0" i="0" lang="en-US" sz="1240" u="none" cap="none" strike="noStrike">
                <a:solidFill>
                  <a:srgbClr val="1A202C"/>
                </a:solidFill>
                <a:latin typeface="Arial"/>
                <a:ea typeface="Arial"/>
                <a:cs typeface="Arial"/>
                <a:sym typeface="Arial"/>
              </a:rPr>
              <a:t>username</a:t>
            </a:r>
            <a:endParaRPr b="0" i="0" sz="1240" u="none" cap="none" strike="noStrike">
              <a:solidFill>
                <a:srgbClr val="000000"/>
              </a:solidFill>
              <a:latin typeface="Calibri"/>
              <a:ea typeface="Calibri"/>
              <a:cs typeface="Calibri"/>
              <a:sym typeface="Calibri"/>
            </a:endParaRPr>
          </a:p>
        </p:txBody>
      </p:sp>
      <p:sp>
        <p:nvSpPr>
          <p:cNvPr id="230" name="Google Shape;230;p19"/>
          <p:cNvSpPr/>
          <p:nvPr/>
        </p:nvSpPr>
        <p:spPr>
          <a:xfrm>
            <a:off x="8337959" y="4782470"/>
            <a:ext cx="2655600" cy="330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02C"/>
              </a:buClr>
              <a:buSzPts val="1240"/>
              <a:buFont typeface="Arial"/>
              <a:buNone/>
            </a:pPr>
            <a:r>
              <a:rPr b="0" i="0" lang="en-US" sz="1240" u="none" cap="none" strike="noStrike">
                <a:solidFill>
                  <a:srgbClr val="1A202C"/>
                </a:solidFill>
                <a:latin typeface="Arial"/>
                <a:ea typeface="Arial"/>
                <a:cs typeface="Arial"/>
                <a:sym typeface="Arial"/>
              </a:rPr>
              <a:t>password</a:t>
            </a:r>
            <a:endParaRPr b="0" i="0" sz="1240" u="none" cap="none" strike="noStrike">
              <a:solidFill>
                <a:srgbClr val="000000"/>
              </a:solidFill>
              <a:latin typeface="Calibri"/>
              <a:ea typeface="Calibri"/>
              <a:cs typeface="Calibri"/>
              <a:sym typeface="Calibri"/>
            </a:endParaRPr>
          </a:p>
        </p:txBody>
      </p:sp>
      <p:sp>
        <p:nvSpPr>
          <p:cNvPr id="231" name="Google Shape;231;p19"/>
          <p:cNvSpPr/>
          <p:nvPr/>
        </p:nvSpPr>
        <p:spPr>
          <a:xfrm>
            <a:off x="5674800" y="5113328"/>
            <a:ext cx="4593900" cy="360000"/>
          </a:xfrm>
          <a:prstGeom prst="rect">
            <a:avLst/>
          </a:prstGeom>
          <a:noFill/>
          <a:ln>
            <a:noFill/>
          </a:ln>
        </p:spPr>
        <p:txBody>
          <a:bodyPr anchorCtr="0" anchor="t" bIns="55975" lIns="0" spcFirstLastPara="1" rIns="0" wrap="square" tIns="0">
            <a:noAutofit/>
          </a:bodyPr>
          <a:lstStyle/>
          <a:p>
            <a:pPr indent="0" lvl="0" marL="0" marR="0" rtl="0" algn="l">
              <a:spcBef>
                <a:spcPts val="0"/>
              </a:spcBef>
              <a:spcAft>
                <a:spcPts val="0"/>
              </a:spcAft>
              <a:buClr>
                <a:srgbClr val="065A82"/>
              </a:buClr>
              <a:buSzPts val="1983"/>
              <a:buFont typeface="Arial"/>
              <a:buNone/>
            </a:pPr>
            <a:r>
              <a:rPr b="1" i="0" lang="en-US" sz="1983" u="none" cap="none" strike="noStrike">
                <a:solidFill>
                  <a:srgbClr val="065A82"/>
                </a:solidFill>
                <a:latin typeface="Arial"/>
                <a:ea typeface="Arial"/>
                <a:cs typeface="Arial"/>
                <a:sym typeface="Arial"/>
              </a:rPr>
              <a:t>Use Case Actors</a:t>
            </a:r>
            <a:endParaRPr b="0" i="0" sz="1983" u="none" cap="none" strike="noStrike">
              <a:solidFill>
                <a:srgbClr val="000000"/>
              </a:solidFill>
              <a:latin typeface="Calibri"/>
              <a:ea typeface="Calibri"/>
              <a:cs typeface="Calibri"/>
              <a:sym typeface="Calibri"/>
            </a:endParaRPr>
          </a:p>
        </p:txBody>
      </p:sp>
      <p:sp>
        <p:nvSpPr>
          <p:cNvPr id="232" name="Google Shape;232;p19"/>
          <p:cNvSpPr/>
          <p:nvPr/>
        </p:nvSpPr>
        <p:spPr>
          <a:xfrm>
            <a:off x="5674802" y="5396337"/>
            <a:ext cx="5323500" cy="894600"/>
          </a:xfrm>
          <a:prstGeom prst="rect">
            <a:avLst/>
          </a:prstGeom>
          <a:noFill/>
          <a:ln>
            <a:noFill/>
          </a:ln>
        </p:spPr>
        <p:txBody>
          <a:bodyPr anchorCtr="0" anchor="t" bIns="0" lIns="0" spcFirstLastPara="1" rIns="0" wrap="square" tIns="0">
            <a:noAutofit/>
          </a:bodyPr>
          <a:lstStyle/>
          <a:p>
            <a:pPr indent="-437857" lvl="0" marL="437857" marR="0" rtl="0" algn="l">
              <a:spcBef>
                <a:spcPts val="0"/>
              </a:spcBef>
              <a:spcAft>
                <a:spcPts val="0"/>
              </a:spcAft>
              <a:buClr>
                <a:srgbClr val="1A202C"/>
              </a:buClr>
              <a:buSzPts val="1660"/>
              <a:buFont typeface="Arial"/>
              <a:buChar char="●"/>
            </a:pPr>
            <a:r>
              <a:rPr b="0" i="0" lang="en-US" sz="1660" u="none" cap="none" strike="noStrike">
                <a:solidFill>
                  <a:srgbClr val="1A202C"/>
                </a:solidFill>
                <a:latin typeface="Arial"/>
                <a:ea typeface="Arial"/>
                <a:cs typeface="Arial"/>
                <a:sym typeface="Arial"/>
              </a:rPr>
              <a:t>Applicant: Uploads resume, views score &amp; recommendations.</a:t>
            </a:r>
            <a:endParaRPr b="0" i="0" sz="1660" u="none" cap="none" strike="noStrike">
              <a:solidFill>
                <a:srgbClr val="000000"/>
              </a:solidFill>
              <a:latin typeface="Calibri"/>
              <a:ea typeface="Calibri"/>
              <a:cs typeface="Calibri"/>
              <a:sym typeface="Calibri"/>
            </a:endParaRPr>
          </a:p>
          <a:p>
            <a:pPr indent="-437857" lvl="0" marL="437857" marR="0" rtl="0" algn="l">
              <a:spcBef>
                <a:spcPts val="0"/>
              </a:spcBef>
              <a:spcAft>
                <a:spcPts val="0"/>
              </a:spcAft>
              <a:buClr>
                <a:srgbClr val="1A202C"/>
              </a:buClr>
              <a:buSzPts val="1660"/>
              <a:buFont typeface="Arial"/>
              <a:buChar char="●"/>
            </a:pPr>
            <a:r>
              <a:rPr b="0" i="0" lang="en-US" sz="1660" u="none" cap="none" strike="noStrike">
                <a:solidFill>
                  <a:srgbClr val="1A202C"/>
                </a:solidFill>
                <a:latin typeface="Arial"/>
                <a:ea typeface="Arial"/>
                <a:cs typeface="Arial"/>
                <a:sym typeface="Arial"/>
              </a:rPr>
              <a:t>Admin: Views all applicants, downloads CSV data.</a:t>
            </a:r>
            <a:endParaRPr b="0" i="0" sz="1660" u="none" cap="none" strike="noStrike">
              <a:solidFill>
                <a:srgbClr val="000000"/>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20"/>
          <p:cNvSpPr/>
          <p:nvPr/>
        </p:nvSpPr>
        <p:spPr>
          <a:xfrm>
            <a:off x="0" y="0"/>
            <a:ext cx="722400" cy="6858000"/>
          </a:xfrm>
          <a:prstGeom prst="rect">
            <a:avLst/>
          </a:prstGeom>
          <a:solidFill>
            <a:srgbClr val="0A7EA4"/>
          </a:solidFill>
          <a:ln cap="flat" cmpd="sng" w="16925">
            <a:solidFill>
              <a:srgbClr val="0A7EA4"/>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sz="1867"/>
          </a:p>
        </p:txBody>
      </p:sp>
      <p:sp>
        <p:nvSpPr>
          <p:cNvPr id="239" name="Google Shape;239;p20"/>
          <p:cNvSpPr/>
          <p:nvPr/>
        </p:nvSpPr>
        <p:spPr>
          <a:xfrm>
            <a:off x="0" y="0"/>
            <a:ext cx="11657400" cy="1121700"/>
          </a:xfrm>
          <a:prstGeom prst="rect">
            <a:avLst/>
          </a:prstGeom>
          <a:solidFill>
            <a:srgbClr val="0D1B2A"/>
          </a:solidFill>
          <a:ln cap="flat" cmpd="sng" w="16925">
            <a:solidFill>
              <a:srgbClr val="0D1B2A"/>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40" name="Google Shape;240;p20"/>
          <p:cNvSpPr/>
          <p:nvPr/>
        </p:nvSpPr>
        <p:spPr>
          <a:xfrm>
            <a:off x="810933" y="0"/>
            <a:ext cx="10625400" cy="1036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4267"/>
              <a:buFont typeface="Arial"/>
              <a:buNone/>
            </a:pPr>
            <a:r>
              <a:rPr b="1" i="0" lang="en-US" sz="4267" u="none" cap="none" strike="noStrike">
                <a:solidFill>
                  <a:srgbClr val="FFFFFF"/>
                </a:solidFill>
                <a:latin typeface="Arial"/>
                <a:ea typeface="Arial"/>
                <a:cs typeface="Arial"/>
                <a:sym typeface="Arial"/>
              </a:rPr>
              <a:t>Feasibility Study</a:t>
            </a:r>
            <a:endParaRPr b="0" i="0" sz="4267" u="none" cap="none" strike="noStrike">
              <a:solidFill>
                <a:srgbClr val="000000"/>
              </a:solidFill>
              <a:latin typeface="Calibri"/>
              <a:ea typeface="Calibri"/>
              <a:cs typeface="Calibri"/>
              <a:sym typeface="Calibri"/>
            </a:endParaRPr>
          </a:p>
        </p:txBody>
      </p:sp>
      <p:sp>
        <p:nvSpPr>
          <p:cNvPr id="241" name="Google Shape;241;p20"/>
          <p:cNvSpPr/>
          <p:nvPr/>
        </p:nvSpPr>
        <p:spPr>
          <a:xfrm>
            <a:off x="75" y="6522725"/>
            <a:ext cx="12188700" cy="335100"/>
          </a:xfrm>
          <a:prstGeom prst="rect">
            <a:avLst/>
          </a:prstGeom>
          <a:solidFill>
            <a:srgbClr val="065A82"/>
          </a:solidFill>
          <a:ln cap="flat" cmpd="sng" w="16925">
            <a:solidFill>
              <a:srgbClr val="065A82"/>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42" name="Google Shape;242;p20"/>
          <p:cNvSpPr/>
          <p:nvPr/>
        </p:nvSpPr>
        <p:spPr>
          <a:xfrm>
            <a:off x="810933" y="6522720"/>
            <a:ext cx="10625400" cy="335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AI-Based Resume Screening and Job Recommendation System</a:t>
            </a:r>
            <a:endParaRPr b="0" i="0" sz="1200" u="none" cap="none" strike="noStrike">
              <a:solidFill>
                <a:srgbClr val="000000"/>
              </a:solidFill>
              <a:latin typeface="Calibri"/>
              <a:ea typeface="Calibri"/>
              <a:cs typeface="Calibri"/>
              <a:sym typeface="Calibri"/>
            </a:endParaRPr>
          </a:p>
        </p:txBody>
      </p:sp>
      <p:sp>
        <p:nvSpPr>
          <p:cNvPr id="243" name="Google Shape;243;p20"/>
          <p:cNvSpPr/>
          <p:nvPr/>
        </p:nvSpPr>
        <p:spPr>
          <a:xfrm>
            <a:off x="810933" y="1243584"/>
            <a:ext cx="10625400" cy="414300"/>
          </a:xfrm>
          <a:prstGeom prst="rect">
            <a:avLst/>
          </a:prstGeom>
          <a:solidFill>
            <a:srgbClr val="0A7EA4"/>
          </a:solidFill>
          <a:ln cap="flat" cmpd="sng" w="16925">
            <a:solidFill>
              <a:srgbClr val="0A7EA4"/>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44" name="Google Shape;244;p20"/>
          <p:cNvSpPr/>
          <p:nvPr/>
        </p:nvSpPr>
        <p:spPr>
          <a:xfrm>
            <a:off x="976951" y="1243584"/>
            <a:ext cx="10293000" cy="41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67"/>
              <a:buFont typeface="Arial"/>
              <a:buNone/>
            </a:pPr>
            <a:r>
              <a:rPr b="1" i="0" lang="en-US" sz="2267" u="none" cap="none" strike="noStrike">
                <a:solidFill>
                  <a:srgbClr val="FFFFFF"/>
                </a:solidFill>
                <a:latin typeface="Arial"/>
                <a:ea typeface="Arial"/>
                <a:cs typeface="Arial"/>
                <a:sym typeface="Arial"/>
              </a:rPr>
              <a:t>Technical Feasibility</a:t>
            </a:r>
            <a:endParaRPr b="0" i="0" sz="2267" u="none" cap="none" strike="noStrike">
              <a:solidFill>
                <a:srgbClr val="000000"/>
              </a:solidFill>
              <a:latin typeface="Calibri"/>
              <a:ea typeface="Calibri"/>
              <a:cs typeface="Calibri"/>
              <a:sym typeface="Calibri"/>
            </a:endParaRPr>
          </a:p>
        </p:txBody>
      </p:sp>
      <p:sp>
        <p:nvSpPr>
          <p:cNvPr id="245" name="Google Shape;245;p20"/>
          <p:cNvSpPr/>
          <p:nvPr/>
        </p:nvSpPr>
        <p:spPr>
          <a:xfrm>
            <a:off x="810933" y="1658112"/>
            <a:ext cx="10625400" cy="1194900"/>
          </a:xfrm>
          <a:prstGeom prst="rect">
            <a:avLst/>
          </a:prstGeom>
          <a:solidFill>
            <a:srgbClr val="FFFFFF"/>
          </a:solidFill>
          <a:ln cap="flat" cmpd="sng" w="16925">
            <a:solidFill>
              <a:srgbClr val="CBD5E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46" name="Google Shape;246;p20"/>
          <p:cNvSpPr/>
          <p:nvPr/>
        </p:nvSpPr>
        <p:spPr>
          <a:xfrm>
            <a:off x="943748" y="1682496"/>
            <a:ext cx="10359600" cy="1158300"/>
          </a:xfrm>
          <a:prstGeom prst="rect">
            <a:avLst/>
          </a:prstGeom>
          <a:noFill/>
          <a:ln>
            <a:noFill/>
          </a:ln>
        </p:spPr>
        <p:txBody>
          <a:bodyPr anchorCtr="0" anchor="t" bIns="0" lIns="33875" spcFirstLastPara="1" rIns="0" wrap="square" tIns="0">
            <a:noAutofit/>
          </a:bodyPr>
          <a:lstStyle/>
          <a:p>
            <a:pPr indent="0" lvl="0" marL="0" marR="0" rtl="0" algn="just">
              <a:spcBef>
                <a:spcPts val="0"/>
              </a:spcBef>
              <a:spcAft>
                <a:spcPts val="0"/>
              </a:spcAft>
              <a:buClr>
                <a:srgbClr val="1A202C"/>
              </a:buClr>
              <a:buSzPts val="1800"/>
              <a:buFont typeface="Arial"/>
              <a:buNone/>
            </a:pPr>
            <a:r>
              <a:rPr b="0" i="0" lang="en-US" sz="1800" u="none" cap="none" strike="noStrike">
                <a:solidFill>
                  <a:srgbClr val="1A202C"/>
                </a:solidFill>
                <a:latin typeface="Arial"/>
                <a:ea typeface="Arial"/>
                <a:cs typeface="Arial"/>
                <a:sym typeface="Arial"/>
              </a:rPr>
              <a:t>The system utilizes widely adopted open-source libraries — Python, spaCy, pyresparser, Streamlit, and MySQL — all of which are well-documented, actively maintained, and freely available. The technology stack is proven in production-grade NLP applications, making the system technically feasible without requiring specialized hardware or proprietary software licenses.</a:t>
            </a:r>
            <a:endParaRPr b="0" i="0" sz="1800" u="none" cap="none" strike="noStrike">
              <a:solidFill>
                <a:srgbClr val="000000"/>
              </a:solidFill>
              <a:latin typeface="Calibri"/>
              <a:ea typeface="Calibri"/>
              <a:cs typeface="Calibri"/>
              <a:sym typeface="Calibri"/>
            </a:endParaRPr>
          </a:p>
        </p:txBody>
      </p:sp>
      <p:sp>
        <p:nvSpPr>
          <p:cNvPr id="247" name="Google Shape;247;p20"/>
          <p:cNvSpPr/>
          <p:nvPr/>
        </p:nvSpPr>
        <p:spPr>
          <a:xfrm>
            <a:off x="810933" y="2974848"/>
            <a:ext cx="10625400" cy="414300"/>
          </a:xfrm>
          <a:prstGeom prst="rect">
            <a:avLst/>
          </a:prstGeom>
          <a:solidFill>
            <a:srgbClr val="0A7EA4"/>
          </a:solidFill>
          <a:ln cap="flat" cmpd="sng" w="16925">
            <a:solidFill>
              <a:srgbClr val="0A7EA4"/>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48" name="Google Shape;248;p20"/>
          <p:cNvSpPr/>
          <p:nvPr/>
        </p:nvSpPr>
        <p:spPr>
          <a:xfrm>
            <a:off x="976951" y="2974848"/>
            <a:ext cx="10293000" cy="41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67"/>
              <a:buFont typeface="Arial"/>
              <a:buNone/>
            </a:pPr>
            <a:r>
              <a:rPr b="1" i="0" lang="en-US" sz="2267" u="none" cap="none" strike="noStrike">
                <a:solidFill>
                  <a:srgbClr val="FFFFFF"/>
                </a:solidFill>
                <a:latin typeface="Arial"/>
                <a:ea typeface="Arial"/>
                <a:cs typeface="Arial"/>
                <a:sym typeface="Arial"/>
              </a:rPr>
              <a:t>Economic Feasibility</a:t>
            </a:r>
            <a:endParaRPr b="0" i="0" sz="2267" u="none" cap="none" strike="noStrike">
              <a:solidFill>
                <a:srgbClr val="000000"/>
              </a:solidFill>
              <a:latin typeface="Calibri"/>
              <a:ea typeface="Calibri"/>
              <a:cs typeface="Calibri"/>
              <a:sym typeface="Calibri"/>
            </a:endParaRPr>
          </a:p>
        </p:txBody>
      </p:sp>
      <p:sp>
        <p:nvSpPr>
          <p:cNvPr id="249" name="Google Shape;249;p20"/>
          <p:cNvSpPr/>
          <p:nvPr/>
        </p:nvSpPr>
        <p:spPr>
          <a:xfrm>
            <a:off x="810933" y="3389376"/>
            <a:ext cx="10625400" cy="1194900"/>
          </a:xfrm>
          <a:prstGeom prst="rect">
            <a:avLst/>
          </a:prstGeom>
          <a:solidFill>
            <a:srgbClr val="FFFFFF"/>
          </a:solidFill>
          <a:ln cap="flat" cmpd="sng" w="16925">
            <a:solidFill>
              <a:srgbClr val="CBD5E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50" name="Google Shape;250;p20"/>
          <p:cNvSpPr/>
          <p:nvPr/>
        </p:nvSpPr>
        <p:spPr>
          <a:xfrm>
            <a:off x="943748" y="3413760"/>
            <a:ext cx="10359600" cy="1158300"/>
          </a:xfrm>
          <a:prstGeom prst="rect">
            <a:avLst/>
          </a:prstGeom>
          <a:noFill/>
          <a:ln>
            <a:noFill/>
          </a:ln>
        </p:spPr>
        <p:txBody>
          <a:bodyPr anchorCtr="0" anchor="t" bIns="0" lIns="33875" spcFirstLastPara="1" rIns="0" wrap="square" tIns="0">
            <a:noAutofit/>
          </a:bodyPr>
          <a:lstStyle/>
          <a:p>
            <a:pPr indent="0" lvl="0" marL="0" marR="0" rtl="0" algn="just">
              <a:spcBef>
                <a:spcPts val="0"/>
              </a:spcBef>
              <a:spcAft>
                <a:spcPts val="0"/>
              </a:spcAft>
              <a:buClr>
                <a:srgbClr val="1A202C"/>
              </a:buClr>
              <a:buSzPts val="1800"/>
              <a:buFont typeface="Arial"/>
              <a:buNone/>
            </a:pPr>
            <a:r>
              <a:rPr b="0" i="0" lang="en-US" sz="1800" u="none" cap="none" strike="noStrike">
                <a:solidFill>
                  <a:srgbClr val="1A202C"/>
                </a:solidFill>
                <a:latin typeface="Arial"/>
                <a:ea typeface="Arial"/>
                <a:cs typeface="Arial"/>
                <a:sym typeface="Arial"/>
              </a:rPr>
              <a:t>The entire project is developed using free and open-source tools, eliminating licensing costs. Deployment can be performed on a standard cloud platform (such as Heroku or Streamlit Cloud) at minimal or zero cost. The return on investment is high as the system significantly reduces manual HR screening effort and associated labor costs.</a:t>
            </a:r>
            <a:endParaRPr b="0" i="0" sz="1800" u="none" cap="none" strike="noStrike">
              <a:solidFill>
                <a:srgbClr val="000000"/>
              </a:solidFill>
              <a:latin typeface="Calibri"/>
              <a:ea typeface="Calibri"/>
              <a:cs typeface="Calibri"/>
              <a:sym typeface="Calibri"/>
            </a:endParaRPr>
          </a:p>
        </p:txBody>
      </p:sp>
      <p:sp>
        <p:nvSpPr>
          <p:cNvPr id="251" name="Google Shape;251;p20"/>
          <p:cNvSpPr/>
          <p:nvPr/>
        </p:nvSpPr>
        <p:spPr>
          <a:xfrm>
            <a:off x="810933" y="4706112"/>
            <a:ext cx="10625400" cy="414300"/>
          </a:xfrm>
          <a:prstGeom prst="rect">
            <a:avLst/>
          </a:prstGeom>
          <a:solidFill>
            <a:srgbClr val="0A7EA4"/>
          </a:solidFill>
          <a:ln cap="flat" cmpd="sng" w="16925">
            <a:solidFill>
              <a:srgbClr val="0A7EA4"/>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52" name="Google Shape;252;p20"/>
          <p:cNvSpPr/>
          <p:nvPr/>
        </p:nvSpPr>
        <p:spPr>
          <a:xfrm>
            <a:off x="976951" y="4706112"/>
            <a:ext cx="10293000" cy="41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67"/>
              <a:buFont typeface="Arial"/>
              <a:buNone/>
            </a:pPr>
            <a:r>
              <a:rPr b="1" i="0" lang="en-US" sz="2267" u="none" cap="none" strike="noStrike">
                <a:solidFill>
                  <a:srgbClr val="FFFFFF"/>
                </a:solidFill>
                <a:latin typeface="Arial"/>
                <a:ea typeface="Arial"/>
                <a:cs typeface="Arial"/>
                <a:sym typeface="Arial"/>
              </a:rPr>
              <a:t>Operational Feasibility</a:t>
            </a:r>
            <a:endParaRPr b="0" i="0" sz="2267" u="none" cap="none" strike="noStrike">
              <a:solidFill>
                <a:srgbClr val="000000"/>
              </a:solidFill>
              <a:latin typeface="Calibri"/>
              <a:ea typeface="Calibri"/>
              <a:cs typeface="Calibri"/>
              <a:sym typeface="Calibri"/>
            </a:endParaRPr>
          </a:p>
        </p:txBody>
      </p:sp>
      <p:sp>
        <p:nvSpPr>
          <p:cNvPr id="253" name="Google Shape;253;p20"/>
          <p:cNvSpPr/>
          <p:nvPr/>
        </p:nvSpPr>
        <p:spPr>
          <a:xfrm>
            <a:off x="810933" y="5120640"/>
            <a:ext cx="10625400" cy="1194900"/>
          </a:xfrm>
          <a:prstGeom prst="rect">
            <a:avLst/>
          </a:prstGeom>
          <a:solidFill>
            <a:srgbClr val="FFFFFF"/>
          </a:solidFill>
          <a:ln cap="flat" cmpd="sng" w="16925">
            <a:solidFill>
              <a:srgbClr val="CBD5E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54" name="Google Shape;254;p20"/>
          <p:cNvSpPr/>
          <p:nvPr/>
        </p:nvSpPr>
        <p:spPr>
          <a:xfrm>
            <a:off x="943748" y="5145024"/>
            <a:ext cx="10359600" cy="1158300"/>
          </a:xfrm>
          <a:prstGeom prst="rect">
            <a:avLst/>
          </a:prstGeom>
          <a:noFill/>
          <a:ln>
            <a:noFill/>
          </a:ln>
        </p:spPr>
        <p:txBody>
          <a:bodyPr anchorCtr="0" anchor="t" bIns="0" lIns="33875" spcFirstLastPara="1" rIns="0" wrap="square" tIns="0">
            <a:noAutofit/>
          </a:bodyPr>
          <a:lstStyle/>
          <a:p>
            <a:pPr indent="0" lvl="0" marL="0" marR="0" rtl="0" algn="just">
              <a:spcBef>
                <a:spcPts val="0"/>
              </a:spcBef>
              <a:spcAft>
                <a:spcPts val="0"/>
              </a:spcAft>
              <a:buClr>
                <a:srgbClr val="1A202C"/>
              </a:buClr>
              <a:buSzPts val="1800"/>
              <a:buFont typeface="Arial"/>
              <a:buNone/>
            </a:pPr>
            <a:r>
              <a:rPr b="0" i="0" lang="en-US" sz="1800" u="none" cap="none" strike="noStrike">
                <a:solidFill>
                  <a:srgbClr val="1A202C"/>
                </a:solidFill>
                <a:latin typeface="Arial"/>
                <a:ea typeface="Arial"/>
                <a:cs typeface="Arial"/>
                <a:sym typeface="Arial"/>
              </a:rPr>
              <a:t>The web-based interface developed using Streamlit is intuitive and requires no technical expertise from end users. Both applicants and administrators can operate the system with minimal training. The system supports PDF resume uploads and generates results instantly, making it operationally practical for real-world HR workflows.</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21"/>
          <p:cNvSpPr txBox="1"/>
          <p:nvPr>
            <p:ph type="title"/>
          </p:nvPr>
        </p:nvSpPr>
        <p:spPr>
          <a:xfrm>
            <a:off x="1224439" y="522925"/>
            <a:ext cx="9601200" cy="1143000"/>
          </a:xfrm>
          <a:prstGeom prst="rect">
            <a:avLst/>
          </a:prstGeom>
        </p:spPr>
        <p:txBody>
          <a:bodyPr anchorCtr="0" anchor="b" bIns="45700" lIns="91425" spcFirstLastPara="1" rIns="91425" wrap="square" tIns="45700">
            <a:normAutofit/>
          </a:bodyPr>
          <a:lstStyle/>
          <a:p>
            <a:pPr indent="0" lvl="0" marL="0" rtl="0" algn="ctr">
              <a:lnSpc>
                <a:spcPct val="100000"/>
              </a:lnSpc>
              <a:spcBef>
                <a:spcPts val="0"/>
              </a:spcBef>
              <a:spcAft>
                <a:spcPts val="0"/>
              </a:spcAft>
              <a:buNone/>
            </a:pPr>
            <a:r>
              <a:rPr b="1" lang="en-US">
                <a:latin typeface="Arial"/>
                <a:ea typeface="Arial"/>
                <a:cs typeface="Arial"/>
                <a:sym typeface="Arial"/>
              </a:rPr>
              <a:t>Hardware / Software Requirements</a:t>
            </a:r>
            <a:endParaRPr/>
          </a:p>
        </p:txBody>
      </p:sp>
      <p:sp>
        <p:nvSpPr>
          <p:cNvPr id="261" name="Google Shape;261;p21"/>
          <p:cNvSpPr/>
          <p:nvPr/>
        </p:nvSpPr>
        <p:spPr>
          <a:xfrm>
            <a:off x="1118750" y="2152550"/>
            <a:ext cx="4650600" cy="486600"/>
          </a:xfrm>
          <a:prstGeom prst="rect">
            <a:avLst/>
          </a:prstGeom>
          <a:solidFill>
            <a:srgbClr val="065A82"/>
          </a:solidFill>
          <a:ln cap="flat" cmpd="sng" w="14675">
            <a:solidFill>
              <a:srgbClr val="065A82"/>
            </a:solidFill>
            <a:prstDash val="solid"/>
            <a:round/>
            <a:headEnd len="sm" w="sm" type="none"/>
            <a:tailEnd len="sm" w="sm" type="none"/>
          </a:ln>
        </p:spPr>
        <p:txBody>
          <a:bodyPr anchorCtr="0" anchor="ctr" bIns="105675" lIns="105675" spcFirstLastPara="1" rIns="105675" wrap="square" tIns="105675">
            <a:noAutofit/>
          </a:bodyPr>
          <a:lstStyle/>
          <a:p>
            <a:pPr indent="0" lvl="0" marL="0" rtl="0" algn="l">
              <a:spcBef>
                <a:spcPts val="0"/>
              </a:spcBef>
              <a:spcAft>
                <a:spcPts val="0"/>
              </a:spcAft>
              <a:buNone/>
            </a:pPr>
            <a:r>
              <a:t/>
            </a:r>
            <a:endParaRPr/>
          </a:p>
        </p:txBody>
      </p:sp>
      <p:sp>
        <p:nvSpPr>
          <p:cNvPr id="262" name="Google Shape;262;p21"/>
          <p:cNvSpPr/>
          <p:nvPr/>
        </p:nvSpPr>
        <p:spPr>
          <a:xfrm>
            <a:off x="1118750" y="2152550"/>
            <a:ext cx="4650600" cy="486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965"/>
              <a:buFont typeface="Arial"/>
              <a:buNone/>
            </a:pPr>
            <a:r>
              <a:rPr b="1" i="0" lang="en-US" sz="1965" u="none" cap="none" strike="noStrike">
                <a:solidFill>
                  <a:srgbClr val="FFFFFF"/>
                </a:solidFill>
                <a:latin typeface="Arial"/>
                <a:ea typeface="Arial"/>
                <a:cs typeface="Arial"/>
                <a:sym typeface="Arial"/>
              </a:rPr>
              <a:t>Hardware Requirements</a:t>
            </a:r>
            <a:endParaRPr b="0" i="0" sz="1965" u="none" cap="none" strike="noStrike">
              <a:solidFill>
                <a:srgbClr val="000000"/>
              </a:solidFill>
              <a:latin typeface="Calibri"/>
              <a:ea typeface="Calibri"/>
              <a:cs typeface="Calibri"/>
              <a:sym typeface="Calibri"/>
            </a:endParaRPr>
          </a:p>
        </p:txBody>
      </p:sp>
      <p:sp>
        <p:nvSpPr>
          <p:cNvPr id="263" name="Google Shape;263;p21"/>
          <p:cNvSpPr/>
          <p:nvPr/>
        </p:nvSpPr>
        <p:spPr>
          <a:xfrm>
            <a:off x="1118750" y="2639163"/>
            <a:ext cx="4650600" cy="486600"/>
          </a:xfrm>
          <a:prstGeom prst="rect">
            <a:avLst/>
          </a:prstGeom>
          <a:solidFill>
            <a:srgbClr val="E8F4FB"/>
          </a:solidFill>
          <a:ln cap="flat" cmpd="sng" w="14675">
            <a:solidFill>
              <a:srgbClr val="CBD5E0"/>
            </a:solidFill>
            <a:prstDash val="solid"/>
            <a:round/>
            <a:headEnd len="sm" w="sm" type="none"/>
            <a:tailEnd len="sm" w="sm" type="none"/>
          </a:ln>
        </p:spPr>
        <p:txBody>
          <a:bodyPr anchorCtr="0" anchor="ctr" bIns="105675" lIns="105675" spcFirstLastPara="1" rIns="105675" wrap="square" tIns="105675">
            <a:noAutofit/>
          </a:bodyPr>
          <a:lstStyle/>
          <a:p>
            <a:pPr indent="0" lvl="0" marL="0" rtl="0" algn="l">
              <a:spcBef>
                <a:spcPts val="0"/>
              </a:spcBef>
              <a:spcAft>
                <a:spcPts val="0"/>
              </a:spcAft>
              <a:buNone/>
            </a:pPr>
            <a:r>
              <a:t/>
            </a:r>
            <a:endParaRPr/>
          </a:p>
        </p:txBody>
      </p:sp>
      <p:sp>
        <p:nvSpPr>
          <p:cNvPr id="264" name="Google Shape;264;p21"/>
          <p:cNvSpPr/>
          <p:nvPr/>
        </p:nvSpPr>
        <p:spPr>
          <a:xfrm>
            <a:off x="1224446" y="2639163"/>
            <a:ext cx="1479600" cy="486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65A82"/>
              </a:buClr>
              <a:buSzPts val="1503"/>
              <a:buFont typeface="Arial"/>
              <a:buNone/>
            </a:pPr>
            <a:r>
              <a:rPr b="1" i="0" lang="en-US" sz="1503" u="none" cap="none" strike="noStrike">
                <a:solidFill>
                  <a:srgbClr val="065A82"/>
                </a:solidFill>
                <a:latin typeface="Arial"/>
                <a:ea typeface="Arial"/>
                <a:cs typeface="Arial"/>
                <a:sym typeface="Arial"/>
              </a:rPr>
              <a:t>Processor:</a:t>
            </a:r>
            <a:endParaRPr b="0" i="0" sz="1503" u="none" cap="none" strike="noStrike">
              <a:solidFill>
                <a:srgbClr val="000000"/>
              </a:solidFill>
              <a:latin typeface="Calibri"/>
              <a:ea typeface="Calibri"/>
              <a:cs typeface="Calibri"/>
              <a:sym typeface="Calibri"/>
            </a:endParaRPr>
          </a:p>
        </p:txBody>
      </p:sp>
      <p:sp>
        <p:nvSpPr>
          <p:cNvPr id="265" name="Google Shape;265;p21"/>
          <p:cNvSpPr/>
          <p:nvPr/>
        </p:nvSpPr>
        <p:spPr>
          <a:xfrm>
            <a:off x="2725327" y="2639163"/>
            <a:ext cx="2959200" cy="486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02C"/>
              </a:buClr>
              <a:buSzPts val="1503"/>
              <a:buFont typeface="Arial"/>
              <a:buNone/>
            </a:pPr>
            <a:r>
              <a:rPr b="0" i="0" lang="en-US" sz="1503" u="none" cap="none" strike="noStrike">
                <a:solidFill>
                  <a:srgbClr val="1A202C"/>
                </a:solidFill>
                <a:latin typeface="Arial"/>
                <a:ea typeface="Arial"/>
                <a:cs typeface="Arial"/>
                <a:sym typeface="Arial"/>
              </a:rPr>
              <a:t>Intel Core i3 or higher (2.0 </a:t>
            </a:r>
            <a:r>
              <a:rPr lang="en-US" sz="1503">
                <a:solidFill>
                  <a:srgbClr val="1A202C"/>
                </a:solidFill>
              </a:rPr>
              <a:t>GHz+</a:t>
            </a:r>
            <a:r>
              <a:rPr b="0" i="0" lang="en-US" sz="1503" u="none" cap="none" strike="noStrike">
                <a:solidFill>
                  <a:srgbClr val="1A202C"/>
                </a:solidFill>
                <a:latin typeface="Arial"/>
                <a:ea typeface="Arial"/>
                <a:cs typeface="Arial"/>
                <a:sym typeface="Arial"/>
              </a:rPr>
              <a:t>)</a:t>
            </a:r>
            <a:endParaRPr b="0" i="0" sz="1503" u="none" cap="none" strike="noStrike">
              <a:solidFill>
                <a:srgbClr val="000000"/>
              </a:solidFill>
              <a:latin typeface="Calibri"/>
              <a:ea typeface="Calibri"/>
              <a:cs typeface="Calibri"/>
              <a:sym typeface="Calibri"/>
            </a:endParaRPr>
          </a:p>
        </p:txBody>
      </p:sp>
      <p:sp>
        <p:nvSpPr>
          <p:cNvPr id="266" name="Google Shape;266;p21"/>
          <p:cNvSpPr/>
          <p:nvPr/>
        </p:nvSpPr>
        <p:spPr>
          <a:xfrm>
            <a:off x="1118750" y="3125776"/>
            <a:ext cx="4650600" cy="486600"/>
          </a:xfrm>
          <a:prstGeom prst="rect">
            <a:avLst/>
          </a:prstGeom>
          <a:solidFill>
            <a:srgbClr val="FFFFFF"/>
          </a:solidFill>
          <a:ln cap="flat" cmpd="sng" w="14675">
            <a:solidFill>
              <a:srgbClr val="CBD5E0"/>
            </a:solidFill>
            <a:prstDash val="solid"/>
            <a:round/>
            <a:headEnd len="sm" w="sm" type="none"/>
            <a:tailEnd len="sm" w="sm" type="none"/>
          </a:ln>
        </p:spPr>
        <p:txBody>
          <a:bodyPr anchorCtr="0" anchor="ctr" bIns="105675" lIns="105675" spcFirstLastPara="1" rIns="105675" wrap="square" tIns="105675">
            <a:noAutofit/>
          </a:bodyPr>
          <a:lstStyle/>
          <a:p>
            <a:pPr indent="0" lvl="0" marL="0" rtl="0" algn="l">
              <a:spcBef>
                <a:spcPts val="0"/>
              </a:spcBef>
              <a:spcAft>
                <a:spcPts val="0"/>
              </a:spcAft>
              <a:buNone/>
            </a:pPr>
            <a:r>
              <a:t/>
            </a:r>
            <a:endParaRPr/>
          </a:p>
        </p:txBody>
      </p:sp>
      <p:sp>
        <p:nvSpPr>
          <p:cNvPr id="267" name="Google Shape;267;p21"/>
          <p:cNvSpPr/>
          <p:nvPr/>
        </p:nvSpPr>
        <p:spPr>
          <a:xfrm>
            <a:off x="1224446" y="3125776"/>
            <a:ext cx="1479600" cy="486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65A82"/>
              </a:buClr>
              <a:buSzPts val="1503"/>
              <a:buFont typeface="Arial"/>
              <a:buNone/>
            </a:pPr>
            <a:r>
              <a:rPr b="1" i="0" lang="en-US" sz="1503" u="none" cap="none" strike="noStrike">
                <a:solidFill>
                  <a:srgbClr val="065A82"/>
                </a:solidFill>
                <a:latin typeface="Arial"/>
                <a:ea typeface="Arial"/>
                <a:cs typeface="Arial"/>
                <a:sym typeface="Arial"/>
              </a:rPr>
              <a:t>RAM:</a:t>
            </a:r>
            <a:endParaRPr b="0" i="0" sz="1503" u="none" cap="none" strike="noStrike">
              <a:solidFill>
                <a:srgbClr val="000000"/>
              </a:solidFill>
              <a:latin typeface="Calibri"/>
              <a:ea typeface="Calibri"/>
              <a:cs typeface="Calibri"/>
              <a:sym typeface="Calibri"/>
            </a:endParaRPr>
          </a:p>
        </p:txBody>
      </p:sp>
      <p:sp>
        <p:nvSpPr>
          <p:cNvPr id="268" name="Google Shape;268;p21"/>
          <p:cNvSpPr/>
          <p:nvPr/>
        </p:nvSpPr>
        <p:spPr>
          <a:xfrm>
            <a:off x="2725327" y="3125776"/>
            <a:ext cx="2959200" cy="486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02C"/>
              </a:buClr>
              <a:buSzPts val="1503"/>
              <a:buFont typeface="Arial"/>
              <a:buNone/>
            </a:pPr>
            <a:r>
              <a:rPr b="0" i="0" lang="en-US" sz="1503" u="none" cap="none" strike="noStrike">
                <a:solidFill>
                  <a:srgbClr val="1A202C"/>
                </a:solidFill>
                <a:latin typeface="Arial"/>
                <a:ea typeface="Arial"/>
                <a:cs typeface="Arial"/>
                <a:sym typeface="Arial"/>
              </a:rPr>
              <a:t>Minimum 4 GB (8 GB Recommended)</a:t>
            </a:r>
            <a:endParaRPr b="0" i="0" sz="1503" u="none" cap="none" strike="noStrike">
              <a:solidFill>
                <a:srgbClr val="000000"/>
              </a:solidFill>
              <a:latin typeface="Calibri"/>
              <a:ea typeface="Calibri"/>
              <a:cs typeface="Calibri"/>
              <a:sym typeface="Calibri"/>
            </a:endParaRPr>
          </a:p>
        </p:txBody>
      </p:sp>
      <p:sp>
        <p:nvSpPr>
          <p:cNvPr id="269" name="Google Shape;269;p21"/>
          <p:cNvSpPr/>
          <p:nvPr/>
        </p:nvSpPr>
        <p:spPr>
          <a:xfrm>
            <a:off x="1118750" y="3612388"/>
            <a:ext cx="4650600" cy="486600"/>
          </a:xfrm>
          <a:prstGeom prst="rect">
            <a:avLst/>
          </a:prstGeom>
          <a:solidFill>
            <a:srgbClr val="E8F4FB"/>
          </a:solidFill>
          <a:ln cap="flat" cmpd="sng" w="14675">
            <a:solidFill>
              <a:srgbClr val="CBD5E0"/>
            </a:solidFill>
            <a:prstDash val="solid"/>
            <a:round/>
            <a:headEnd len="sm" w="sm" type="none"/>
            <a:tailEnd len="sm" w="sm" type="none"/>
          </a:ln>
        </p:spPr>
        <p:txBody>
          <a:bodyPr anchorCtr="0" anchor="ctr" bIns="105675" lIns="105675" spcFirstLastPara="1" rIns="105675" wrap="square" tIns="105675">
            <a:noAutofit/>
          </a:bodyPr>
          <a:lstStyle/>
          <a:p>
            <a:pPr indent="0" lvl="0" marL="0" rtl="0" algn="l">
              <a:spcBef>
                <a:spcPts val="0"/>
              </a:spcBef>
              <a:spcAft>
                <a:spcPts val="0"/>
              </a:spcAft>
              <a:buNone/>
            </a:pPr>
            <a:r>
              <a:t/>
            </a:r>
            <a:endParaRPr/>
          </a:p>
        </p:txBody>
      </p:sp>
      <p:sp>
        <p:nvSpPr>
          <p:cNvPr id="270" name="Google Shape;270;p21"/>
          <p:cNvSpPr/>
          <p:nvPr/>
        </p:nvSpPr>
        <p:spPr>
          <a:xfrm>
            <a:off x="1224446" y="3612388"/>
            <a:ext cx="1479600" cy="486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65A82"/>
              </a:buClr>
              <a:buSzPts val="1503"/>
              <a:buFont typeface="Arial"/>
              <a:buNone/>
            </a:pPr>
            <a:r>
              <a:rPr b="1" i="0" lang="en-US" sz="1503" u="none" cap="none" strike="noStrike">
                <a:solidFill>
                  <a:srgbClr val="065A82"/>
                </a:solidFill>
                <a:latin typeface="Arial"/>
                <a:ea typeface="Arial"/>
                <a:cs typeface="Arial"/>
                <a:sym typeface="Arial"/>
              </a:rPr>
              <a:t>Storage:</a:t>
            </a:r>
            <a:endParaRPr b="0" i="0" sz="1503" u="none" cap="none" strike="noStrike">
              <a:solidFill>
                <a:srgbClr val="000000"/>
              </a:solidFill>
              <a:latin typeface="Calibri"/>
              <a:ea typeface="Calibri"/>
              <a:cs typeface="Calibri"/>
              <a:sym typeface="Calibri"/>
            </a:endParaRPr>
          </a:p>
        </p:txBody>
      </p:sp>
      <p:sp>
        <p:nvSpPr>
          <p:cNvPr id="271" name="Google Shape;271;p21"/>
          <p:cNvSpPr/>
          <p:nvPr/>
        </p:nvSpPr>
        <p:spPr>
          <a:xfrm>
            <a:off x="2725327" y="3612388"/>
            <a:ext cx="2959200" cy="486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02C"/>
              </a:buClr>
              <a:buSzPts val="1503"/>
              <a:buFont typeface="Arial"/>
              <a:buNone/>
            </a:pPr>
            <a:r>
              <a:rPr b="0" i="0" lang="en-US" sz="1503" u="none" cap="none" strike="noStrike">
                <a:solidFill>
                  <a:srgbClr val="1A202C"/>
                </a:solidFill>
                <a:latin typeface="Arial"/>
                <a:ea typeface="Arial"/>
                <a:cs typeface="Arial"/>
                <a:sym typeface="Arial"/>
              </a:rPr>
              <a:t>Minimum 1 GB free disk space</a:t>
            </a:r>
            <a:endParaRPr b="0" i="0" sz="1503" u="none" cap="none" strike="noStrike">
              <a:solidFill>
                <a:srgbClr val="000000"/>
              </a:solidFill>
              <a:latin typeface="Calibri"/>
              <a:ea typeface="Calibri"/>
              <a:cs typeface="Calibri"/>
              <a:sym typeface="Calibri"/>
            </a:endParaRPr>
          </a:p>
        </p:txBody>
      </p:sp>
      <p:sp>
        <p:nvSpPr>
          <p:cNvPr id="272" name="Google Shape;272;p21"/>
          <p:cNvSpPr/>
          <p:nvPr/>
        </p:nvSpPr>
        <p:spPr>
          <a:xfrm>
            <a:off x="1118750" y="4099001"/>
            <a:ext cx="4650600" cy="486600"/>
          </a:xfrm>
          <a:prstGeom prst="rect">
            <a:avLst/>
          </a:prstGeom>
          <a:solidFill>
            <a:srgbClr val="FFFFFF"/>
          </a:solidFill>
          <a:ln cap="flat" cmpd="sng" w="14675">
            <a:solidFill>
              <a:srgbClr val="CBD5E0"/>
            </a:solidFill>
            <a:prstDash val="solid"/>
            <a:round/>
            <a:headEnd len="sm" w="sm" type="none"/>
            <a:tailEnd len="sm" w="sm" type="none"/>
          </a:ln>
        </p:spPr>
        <p:txBody>
          <a:bodyPr anchorCtr="0" anchor="ctr" bIns="105675" lIns="105675" spcFirstLastPara="1" rIns="105675" wrap="square" tIns="105675">
            <a:noAutofit/>
          </a:bodyPr>
          <a:lstStyle/>
          <a:p>
            <a:pPr indent="0" lvl="0" marL="0" rtl="0" algn="l">
              <a:spcBef>
                <a:spcPts val="0"/>
              </a:spcBef>
              <a:spcAft>
                <a:spcPts val="0"/>
              </a:spcAft>
              <a:buNone/>
            </a:pPr>
            <a:r>
              <a:t/>
            </a:r>
            <a:endParaRPr/>
          </a:p>
        </p:txBody>
      </p:sp>
      <p:sp>
        <p:nvSpPr>
          <p:cNvPr id="273" name="Google Shape;273;p21"/>
          <p:cNvSpPr/>
          <p:nvPr/>
        </p:nvSpPr>
        <p:spPr>
          <a:xfrm>
            <a:off x="1224446" y="4099001"/>
            <a:ext cx="1479600" cy="486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65A82"/>
              </a:buClr>
              <a:buSzPts val="1503"/>
              <a:buFont typeface="Arial"/>
              <a:buNone/>
            </a:pPr>
            <a:r>
              <a:rPr b="1" i="0" lang="en-US" sz="1503" u="none" cap="none" strike="noStrike">
                <a:solidFill>
                  <a:srgbClr val="065A82"/>
                </a:solidFill>
                <a:latin typeface="Arial"/>
                <a:ea typeface="Arial"/>
                <a:cs typeface="Arial"/>
                <a:sym typeface="Arial"/>
              </a:rPr>
              <a:t>Network:</a:t>
            </a:r>
            <a:endParaRPr b="0" i="0" sz="1503" u="none" cap="none" strike="noStrike">
              <a:solidFill>
                <a:srgbClr val="000000"/>
              </a:solidFill>
              <a:latin typeface="Calibri"/>
              <a:ea typeface="Calibri"/>
              <a:cs typeface="Calibri"/>
              <a:sym typeface="Calibri"/>
            </a:endParaRPr>
          </a:p>
        </p:txBody>
      </p:sp>
      <p:sp>
        <p:nvSpPr>
          <p:cNvPr id="274" name="Google Shape;274;p21"/>
          <p:cNvSpPr/>
          <p:nvPr/>
        </p:nvSpPr>
        <p:spPr>
          <a:xfrm>
            <a:off x="2725327" y="4099001"/>
            <a:ext cx="2959200" cy="486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02C"/>
              </a:buClr>
              <a:buSzPts val="1503"/>
              <a:buFont typeface="Arial"/>
              <a:buNone/>
            </a:pPr>
            <a:r>
              <a:rPr b="0" i="0" lang="en-US" sz="1503" u="none" cap="none" strike="noStrike">
                <a:solidFill>
                  <a:srgbClr val="1A202C"/>
                </a:solidFill>
                <a:latin typeface="Arial"/>
                <a:ea typeface="Arial"/>
                <a:cs typeface="Arial"/>
                <a:sym typeface="Arial"/>
              </a:rPr>
              <a:t>Internet connection for course links</a:t>
            </a:r>
            <a:endParaRPr b="0" i="0" sz="1503" u="none" cap="none" strike="noStrike">
              <a:solidFill>
                <a:srgbClr val="000000"/>
              </a:solidFill>
              <a:latin typeface="Calibri"/>
              <a:ea typeface="Calibri"/>
              <a:cs typeface="Calibri"/>
              <a:sym typeface="Calibri"/>
            </a:endParaRPr>
          </a:p>
        </p:txBody>
      </p:sp>
      <p:sp>
        <p:nvSpPr>
          <p:cNvPr id="275" name="Google Shape;275;p21"/>
          <p:cNvSpPr/>
          <p:nvPr/>
        </p:nvSpPr>
        <p:spPr>
          <a:xfrm>
            <a:off x="1118750" y="4585614"/>
            <a:ext cx="4650600" cy="486600"/>
          </a:xfrm>
          <a:prstGeom prst="rect">
            <a:avLst/>
          </a:prstGeom>
          <a:solidFill>
            <a:srgbClr val="E8F4FB"/>
          </a:solidFill>
          <a:ln cap="flat" cmpd="sng" w="14675">
            <a:solidFill>
              <a:srgbClr val="CBD5E0"/>
            </a:solidFill>
            <a:prstDash val="solid"/>
            <a:round/>
            <a:headEnd len="sm" w="sm" type="none"/>
            <a:tailEnd len="sm" w="sm" type="none"/>
          </a:ln>
        </p:spPr>
        <p:txBody>
          <a:bodyPr anchorCtr="0" anchor="ctr" bIns="105675" lIns="105675" spcFirstLastPara="1" rIns="105675" wrap="square" tIns="105675">
            <a:noAutofit/>
          </a:bodyPr>
          <a:lstStyle/>
          <a:p>
            <a:pPr indent="0" lvl="0" marL="0" rtl="0" algn="l">
              <a:spcBef>
                <a:spcPts val="0"/>
              </a:spcBef>
              <a:spcAft>
                <a:spcPts val="0"/>
              </a:spcAft>
              <a:buNone/>
            </a:pPr>
            <a:r>
              <a:t/>
            </a:r>
            <a:endParaRPr/>
          </a:p>
        </p:txBody>
      </p:sp>
      <p:sp>
        <p:nvSpPr>
          <p:cNvPr id="276" name="Google Shape;276;p21"/>
          <p:cNvSpPr/>
          <p:nvPr/>
        </p:nvSpPr>
        <p:spPr>
          <a:xfrm>
            <a:off x="1224446" y="4585614"/>
            <a:ext cx="1479600" cy="486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65A82"/>
              </a:buClr>
              <a:buSzPts val="1503"/>
              <a:buFont typeface="Arial"/>
              <a:buNone/>
            </a:pPr>
            <a:r>
              <a:rPr b="1" i="0" lang="en-US" sz="1503" u="none" cap="none" strike="noStrike">
                <a:solidFill>
                  <a:srgbClr val="065A82"/>
                </a:solidFill>
                <a:latin typeface="Arial"/>
                <a:ea typeface="Arial"/>
                <a:cs typeface="Arial"/>
                <a:sym typeface="Arial"/>
              </a:rPr>
              <a:t>OS:</a:t>
            </a:r>
            <a:endParaRPr b="0" i="0" sz="1503" u="none" cap="none" strike="noStrike">
              <a:solidFill>
                <a:srgbClr val="000000"/>
              </a:solidFill>
              <a:latin typeface="Calibri"/>
              <a:ea typeface="Calibri"/>
              <a:cs typeface="Calibri"/>
              <a:sym typeface="Calibri"/>
            </a:endParaRPr>
          </a:p>
        </p:txBody>
      </p:sp>
      <p:sp>
        <p:nvSpPr>
          <p:cNvPr id="277" name="Google Shape;277;p21"/>
          <p:cNvSpPr/>
          <p:nvPr/>
        </p:nvSpPr>
        <p:spPr>
          <a:xfrm>
            <a:off x="2725327" y="4585614"/>
            <a:ext cx="2959200" cy="486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02C"/>
              </a:buClr>
              <a:buSzPts val="1503"/>
              <a:buFont typeface="Arial"/>
              <a:buNone/>
            </a:pPr>
            <a:r>
              <a:rPr b="0" i="0" lang="en-US" sz="1503" u="none" cap="none" strike="noStrike">
                <a:solidFill>
                  <a:srgbClr val="1A202C"/>
                </a:solidFill>
                <a:latin typeface="Arial"/>
                <a:ea typeface="Arial"/>
                <a:cs typeface="Arial"/>
                <a:sym typeface="Arial"/>
              </a:rPr>
              <a:t>Windows 10 / Ubuntu 20.04 or later</a:t>
            </a:r>
            <a:endParaRPr b="0" i="0" sz="1503" u="none" cap="none" strike="noStrike">
              <a:solidFill>
                <a:srgbClr val="000000"/>
              </a:solidFill>
              <a:latin typeface="Calibri"/>
              <a:ea typeface="Calibri"/>
              <a:cs typeface="Calibri"/>
              <a:sym typeface="Calibri"/>
            </a:endParaRPr>
          </a:p>
        </p:txBody>
      </p:sp>
      <p:sp>
        <p:nvSpPr>
          <p:cNvPr id="278" name="Google Shape;278;p21"/>
          <p:cNvSpPr/>
          <p:nvPr/>
        </p:nvSpPr>
        <p:spPr>
          <a:xfrm>
            <a:off x="1118750" y="5072227"/>
            <a:ext cx="4650600" cy="486600"/>
          </a:xfrm>
          <a:prstGeom prst="rect">
            <a:avLst/>
          </a:prstGeom>
          <a:solidFill>
            <a:srgbClr val="FFFFFF"/>
          </a:solidFill>
          <a:ln cap="flat" cmpd="sng" w="14675">
            <a:solidFill>
              <a:srgbClr val="CBD5E0"/>
            </a:solidFill>
            <a:prstDash val="solid"/>
            <a:round/>
            <a:headEnd len="sm" w="sm" type="none"/>
            <a:tailEnd len="sm" w="sm" type="none"/>
          </a:ln>
        </p:spPr>
        <p:txBody>
          <a:bodyPr anchorCtr="0" anchor="ctr" bIns="105675" lIns="105675" spcFirstLastPara="1" rIns="105675" wrap="square" tIns="105675">
            <a:noAutofit/>
          </a:bodyPr>
          <a:lstStyle/>
          <a:p>
            <a:pPr indent="0" lvl="0" marL="0" rtl="0" algn="l">
              <a:spcBef>
                <a:spcPts val="0"/>
              </a:spcBef>
              <a:spcAft>
                <a:spcPts val="0"/>
              </a:spcAft>
              <a:buNone/>
            </a:pPr>
            <a:r>
              <a:t/>
            </a:r>
            <a:endParaRPr/>
          </a:p>
        </p:txBody>
      </p:sp>
      <p:sp>
        <p:nvSpPr>
          <p:cNvPr id="279" name="Google Shape;279;p21"/>
          <p:cNvSpPr/>
          <p:nvPr/>
        </p:nvSpPr>
        <p:spPr>
          <a:xfrm>
            <a:off x="1224446" y="5072227"/>
            <a:ext cx="1479600" cy="486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65A82"/>
              </a:buClr>
              <a:buSzPts val="1503"/>
              <a:buFont typeface="Arial"/>
              <a:buNone/>
            </a:pPr>
            <a:r>
              <a:rPr b="1" i="0" lang="en-US" sz="1503" u="none" cap="none" strike="noStrike">
                <a:solidFill>
                  <a:srgbClr val="065A82"/>
                </a:solidFill>
                <a:latin typeface="Arial"/>
                <a:ea typeface="Arial"/>
                <a:cs typeface="Arial"/>
                <a:sym typeface="Arial"/>
              </a:rPr>
              <a:t>Display:</a:t>
            </a:r>
            <a:endParaRPr b="0" i="0" sz="1503" u="none" cap="none" strike="noStrike">
              <a:solidFill>
                <a:srgbClr val="000000"/>
              </a:solidFill>
              <a:latin typeface="Calibri"/>
              <a:ea typeface="Calibri"/>
              <a:cs typeface="Calibri"/>
              <a:sym typeface="Calibri"/>
            </a:endParaRPr>
          </a:p>
        </p:txBody>
      </p:sp>
      <p:sp>
        <p:nvSpPr>
          <p:cNvPr id="280" name="Google Shape;280;p21"/>
          <p:cNvSpPr/>
          <p:nvPr/>
        </p:nvSpPr>
        <p:spPr>
          <a:xfrm>
            <a:off x="2725327" y="5072227"/>
            <a:ext cx="2959200" cy="486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02C"/>
              </a:buClr>
              <a:buSzPts val="1503"/>
              <a:buFont typeface="Arial"/>
              <a:buNone/>
            </a:pPr>
            <a:r>
              <a:rPr b="0" i="0" lang="en-US" sz="1503" u="none" cap="none" strike="noStrike">
                <a:solidFill>
                  <a:srgbClr val="1A202C"/>
                </a:solidFill>
                <a:latin typeface="Arial"/>
                <a:ea typeface="Arial"/>
                <a:cs typeface="Arial"/>
                <a:sym typeface="Arial"/>
              </a:rPr>
              <a:t>1280 × 720 resolution or higher</a:t>
            </a:r>
            <a:endParaRPr b="0" i="0" sz="1503" u="none" cap="none" strike="noStrike">
              <a:solidFill>
                <a:srgbClr val="000000"/>
              </a:solidFill>
              <a:latin typeface="Calibri"/>
              <a:ea typeface="Calibri"/>
              <a:cs typeface="Calibri"/>
              <a:sym typeface="Calibri"/>
            </a:endParaRPr>
          </a:p>
        </p:txBody>
      </p:sp>
      <p:sp>
        <p:nvSpPr>
          <p:cNvPr id="281" name="Google Shape;281;p21"/>
          <p:cNvSpPr/>
          <p:nvPr/>
        </p:nvSpPr>
        <p:spPr>
          <a:xfrm>
            <a:off x="6192149" y="2152550"/>
            <a:ext cx="5020500" cy="486600"/>
          </a:xfrm>
          <a:prstGeom prst="rect">
            <a:avLst/>
          </a:prstGeom>
          <a:solidFill>
            <a:srgbClr val="0A7EA4"/>
          </a:solidFill>
          <a:ln cap="flat" cmpd="sng" w="14675">
            <a:solidFill>
              <a:srgbClr val="0A7EA4"/>
            </a:solidFill>
            <a:prstDash val="solid"/>
            <a:round/>
            <a:headEnd len="sm" w="sm" type="none"/>
            <a:tailEnd len="sm" w="sm" type="none"/>
          </a:ln>
        </p:spPr>
        <p:txBody>
          <a:bodyPr anchorCtr="0" anchor="ctr" bIns="105675" lIns="105675" spcFirstLastPara="1" rIns="105675" wrap="square" tIns="105675">
            <a:noAutofit/>
          </a:bodyPr>
          <a:lstStyle/>
          <a:p>
            <a:pPr indent="0" lvl="0" marL="0" rtl="0" algn="l">
              <a:spcBef>
                <a:spcPts val="0"/>
              </a:spcBef>
              <a:spcAft>
                <a:spcPts val="0"/>
              </a:spcAft>
              <a:buNone/>
            </a:pPr>
            <a:r>
              <a:t/>
            </a:r>
            <a:endParaRPr/>
          </a:p>
        </p:txBody>
      </p:sp>
      <p:sp>
        <p:nvSpPr>
          <p:cNvPr id="282" name="Google Shape;282;p21"/>
          <p:cNvSpPr/>
          <p:nvPr/>
        </p:nvSpPr>
        <p:spPr>
          <a:xfrm>
            <a:off x="6192149" y="2152550"/>
            <a:ext cx="5020500" cy="486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965"/>
              <a:buFont typeface="Arial"/>
              <a:buNone/>
            </a:pPr>
            <a:r>
              <a:rPr b="1" i="0" lang="en-US" sz="1965" u="none" cap="none" strike="noStrike">
                <a:solidFill>
                  <a:schemeClr val="lt1"/>
                </a:solidFill>
                <a:latin typeface="Arial"/>
                <a:ea typeface="Arial"/>
                <a:cs typeface="Arial"/>
                <a:sym typeface="Arial"/>
              </a:rPr>
              <a:t>Software Requirements</a:t>
            </a:r>
            <a:endParaRPr b="0" i="0" sz="1965" u="none" cap="none" strike="noStrike">
              <a:solidFill>
                <a:schemeClr val="lt1"/>
              </a:solidFill>
              <a:latin typeface="Calibri"/>
              <a:ea typeface="Calibri"/>
              <a:cs typeface="Calibri"/>
              <a:sym typeface="Calibri"/>
            </a:endParaRPr>
          </a:p>
        </p:txBody>
      </p:sp>
      <p:sp>
        <p:nvSpPr>
          <p:cNvPr id="283" name="Google Shape;283;p21"/>
          <p:cNvSpPr/>
          <p:nvPr/>
        </p:nvSpPr>
        <p:spPr>
          <a:xfrm>
            <a:off x="6192149" y="2639163"/>
            <a:ext cx="5020500" cy="486600"/>
          </a:xfrm>
          <a:prstGeom prst="rect">
            <a:avLst/>
          </a:prstGeom>
          <a:solidFill>
            <a:srgbClr val="E8F4FB"/>
          </a:solidFill>
          <a:ln cap="flat" cmpd="sng" w="14675">
            <a:solidFill>
              <a:srgbClr val="CBD5E0"/>
            </a:solidFill>
            <a:prstDash val="solid"/>
            <a:round/>
            <a:headEnd len="sm" w="sm" type="none"/>
            <a:tailEnd len="sm" w="sm" type="none"/>
          </a:ln>
        </p:spPr>
        <p:txBody>
          <a:bodyPr anchorCtr="0" anchor="ctr" bIns="105675" lIns="105675" spcFirstLastPara="1" rIns="105675" wrap="square" tIns="105675">
            <a:noAutofit/>
          </a:bodyPr>
          <a:lstStyle/>
          <a:p>
            <a:pPr indent="0" lvl="0" marL="0" rtl="0" algn="l">
              <a:spcBef>
                <a:spcPts val="0"/>
              </a:spcBef>
              <a:spcAft>
                <a:spcPts val="0"/>
              </a:spcAft>
              <a:buNone/>
            </a:pPr>
            <a:r>
              <a:t/>
            </a:r>
            <a:endParaRPr/>
          </a:p>
        </p:txBody>
      </p:sp>
      <p:sp>
        <p:nvSpPr>
          <p:cNvPr id="284" name="Google Shape;284;p21"/>
          <p:cNvSpPr/>
          <p:nvPr/>
        </p:nvSpPr>
        <p:spPr>
          <a:xfrm>
            <a:off x="6297845" y="2639163"/>
            <a:ext cx="1691100" cy="486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65A82"/>
              </a:buClr>
              <a:buSzPts val="1503"/>
              <a:buFont typeface="Arial"/>
              <a:buNone/>
            </a:pPr>
            <a:r>
              <a:rPr b="1" i="0" lang="en-US" sz="1503" u="none" cap="none" strike="noStrike">
                <a:solidFill>
                  <a:srgbClr val="065A82"/>
                </a:solidFill>
                <a:latin typeface="Arial"/>
                <a:ea typeface="Arial"/>
                <a:cs typeface="Arial"/>
                <a:sym typeface="Arial"/>
              </a:rPr>
              <a:t>Language:</a:t>
            </a:r>
            <a:endParaRPr b="0" i="0" sz="1503" u="none" cap="none" strike="noStrike">
              <a:solidFill>
                <a:srgbClr val="000000"/>
              </a:solidFill>
              <a:latin typeface="Calibri"/>
              <a:ea typeface="Calibri"/>
              <a:cs typeface="Calibri"/>
              <a:sym typeface="Calibri"/>
            </a:endParaRPr>
          </a:p>
        </p:txBody>
      </p:sp>
      <p:sp>
        <p:nvSpPr>
          <p:cNvPr id="285" name="Google Shape;285;p21"/>
          <p:cNvSpPr/>
          <p:nvPr/>
        </p:nvSpPr>
        <p:spPr>
          <a:xfrm>
            <a:off x="8010118" y="2639163"/>
            <a:ext cx="3118200" cy="486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02C"/>
              </a:buClr>
              <a:buSzPts val="1503"/>
              <a:buFont typeface="Arial"/>
              <a:buNone/>
            </a:pPr>
            <a:r>
              <a:rPr b="0" i="0" lang="en-US" sz="1503" u="none" cap="none" strike="noStrike">
                <a:solidFill>
                  <a:srgbClr val="1A202C"/>
                </a:solidFill>
                <a:latin typeface="Arial"/>
                <a:ea typeface="Arial"/>
                <a:cs typeface="Arial"/>
                <a:sym typeface="Arial"/>
              </a:rPr>
              <a:t>Python 3.8+</a:t>
            </a:r>
            <a:endParaRPr b="0" i="0" sz="1503" u="none" cap="none" strike="noStrike">
              <a:solidFill>
                <a:srgbClr val="000000"/>
              </a:solidFill>
              <a:latin typeface="Calibri"/>
              <a:ea typeface="Calibri"/>
              <a:cs typeface="Calibri"/>
              <a:sym typeface="Calibri"/>
            </a:endParaRPr>
          </a:p>
        </p:txBody>
      </p:sp>
      <p:sp>
        <p:nvSpPr>
          <p:cNvPr id="286" name="Google Shape;286;p21"/>
          <p:cNvSpPr/>
          <p:nvPr/>
        </p:nvSpPr>
        <p:spPr>
          <a:xfrm>
            <a:off x="6192149" y="3125776"/>
            <a:ext cx="5020500" cy="486600"/>
          </a:xfrm>
          <a:prstGeom prst="rect">
            <a:avLst/>
          </a:prstGeom>
          <a:solidFill>
            <a:srgbClr val="FFFFFF"/>
          </a:solidFill>
          <a:ln cap="flat" cmpd="sng" w="14675">
            <a:solidFill>
              <a:srgbClr val="CBD5E0"/>
            </a:solidFill>
            <a:prstDash val="solid"/>
            <a:round/>
            <a:headEnd len="sm" w="sm" type="none"/>
            <a:tailEnd len="sm" w="sm" type="none"/>
          </a:ln>
        </p:spPr>
        <p:txBody>
          <a:bodyPr anchorCtr="0" anchor="ctr" bIns="105675" lIns="105675" spcFirstLastPara="1" rIns="105675" wrap="square" tIns="105675">
            <a:noAutofit/>
          </a:bodyPr>
          <a:lstStyle/>
          <a:p>
            <a:pPr indent="0" lvl="0" marL="0" rtl="0" algn="l">
              <a:spcBef>
                <a:spcPts val="0"/>
              </a:spcBef>
              <a:spcAft>
                <a:spcPts val="0"/>
              </a:spcAft>
              <a:buNone/>
            </a:pPr>
            <a:r>
              <a:t/>
            </a:r>
            <a:endParaRPr/>
          </a:p>
        </p:txBody>
      </p:sp>
      <p:sp>
        <p:nvSpPr>
          <p:cNvPr id="287" name="Google Shape;287;p21"/>
          <p:cNvSpPr/>
          <p:nvPr/>
        </p:nvSpPr>
        <p:spPr>
          <a:xfrm>
            <a:off x="6297845" y="3125776"/>
            <a:ext cx="1691100" cy="486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65A82"/>
              </a:buClr>
              <a:buSzPts val="1503"/>
              <a:buFont typeface="Arial"/>
              <a:buNone/>
            </a:pPr>
            <a:r>
              <a:rPr b="1" i="0" lang="en-US" sz="1503" u="none" cap="none" strike="noStrike">
                <a:solidFill>
                  <a:srgbClr val="065A82"/>
                </a:solidFill>
                <a:latin typeface="Arial"/>
                <a:ea typeface="Arial"/>
                <a:cs typeface="Arial"/>
                <a:sym typeface="Arial"/>
              </a:rPr>
              <a:t>Framework:</a:t>
            </a:r>
            <a:endParaRPr b="0" i="0" sz="1503" u="none" cap="none" strike="noStrike">
              <a:solidFill>
                <a:srgbClr val="000000"/>
              </a:solidFill>
              <a:latin typeface="Calibri"/>
              <a:ea typeface="Calibri"/>
              <a:cs typeface="Calibri"/>
              <a:sym typeface="Calibri"/>
            </a:endParaRPr>
          </a:p>
        </p:txBody>
      </p:sp>
      <p:sp>
        <p:nvSpPr>
          <p:cNvPr id="288" name="Google Shape;288;p21"/>
          <p:cNvSpPr/>
          <p:nvPr/>
        </p:nvSpPr>
        <p:spPr>
          <a:xfrm>
            <a:off x="8010118" y="3125776"/>
            <a:ext cx="3118200" cy="486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02C"/>
              </a:buClr>
              <a:buSzPts val="1503"/>
              <a:buFont typeface="Arial"/>
              <a:buNone/>
            </a:pPr>
            <a:r>
              <a:rPr b="0" i="0" lang="en-US" sz="1503" u="none" cap="none" strike="noStrike">
                <a:solidFill>
                  <a:srgbClr val="1A202C"/>
                </a:solidFill>
                <a:latin typeface="Arial"/>
                <a:ea typeface="Arial"/>
                <a:cs typeface="Arial"/>
                <a:sym typeface="Arial"/>
              </a:rPr>
              <a:t>Streamlit (Web Interface)</a:t>
            </a:r>
            <a:endParaRPr b="0" i="0" sz="1503" u="none" cap="none" strike="noStrike">
              <a:solidFill>
                <a:srgbClr val="000000"/>
              </a:solidFill>
              <a:latin typeface="Calibri"/>
              <a:ea typeface="Calibri"/>
              <a:cs typeface="Calibri"/>
              <a:sym typeface="Calibri"/>
            </a:endParaRPr>
          </a:p>
        </p:txBody>
      </p:sp>
      <p:sp>
        <p:nvSpPr>
          <p:cNvPr id="289" name="Google Shape;289;p21"/>
          <p:cNvSpPr/>
          <p:nvPr/>
        </p:nvSpPr>
        <p:spPr>
          <a:xfrm>
            <a:off x="6192149" y="3612388"/>
            <a:ext cx="5020500" cy="486600"/>
          </a:xfrm>
          <a:prstGeom prst="rect">
            <a:avLst/>
          </a:prstGeom>
          <a:solidFill>
            <a:srgbClr val="E8F4FB"/>
          </a:solidFill>
          <a:ln cap="flat" cmpd="sng" w="14675">
            <a:solidFill>
              <a:srgbClr val="CBD5E0"/>
            </a:solidFill>
            <a:prstDash val="solid"/>
            <a:round/>
            <a:headEnd len="sm" w="sm" type="none"/>
            <a:tailEnd len="sm" w="sm" type="none"/>
          </a:ln>
        </p:spPr>
        <p:txBody>
          <a:bodyPr anchorCtr="0" anchor="ctr" bIns="105675" lIns="105675" spcFirstLastPara="1" rIns="105675" wrap="square" tIns="105675">
            <a:noAutofit/>
          </a:bodyPr>
          <a:lstStyle/>
          <a:p>
            <a:pPr indent="0" lvl="0" marL="0" rtl="0" algn="l">
              <a:spcBef>
                <a:spcPts val="0"/>
              </a:spcBef>
              <a:spcAft>
                <a:spcPts val="0"/>
              </a:spcAft>
              <a:buNone/>
            </a:pPr>
            <a:r>
              <a:t/>
            </a:r>
            <a:endParaRPr/>
          </a:p>
        </p:txBody>
      </p:sp>
      <p:sp>
        <p:nvSpPr>
          <p:cNvPr id="290" name="Google Shape;290;p21"/>
          <p:cNvSpPr/>
          <p:nvPr/>
        </p:nvSpPr>
        <p:spPr>
          <a:xfrm>
            <a:off x="6297845" y="3612388"/>
            <a:ext cx="1691100" cy="486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65A82"/>
              </a:buClr>
              <a:buSzPts val="1503"/>
              <a:buFont typeface="Arial"/>
              <a:buNone/>
            </a:pPr>
            <a:r>
              <a:rPr b="1" i="0" lang="en-US" sz="1503" u="none" cap="none" strike="noStrike">
                <a:solidFill>
                  <a:srgbClr val="065A82"/>
                </a:solidFill>
                <a:latin typeface="Arial"/>
                <a:ea typeface="Arial"/>
                <a:cs typeface="Arial"/>
                <a:sym typeface="Arial"/>
              </a:rPr>
              <a:t>NLP Library:</a:t>
            </a:r>
            <a:endParaRPr b="0" i="0" sz="1503" u="none" cap="none" strike="noStrike">
              <a:solidFill>
                <a:srgbClr val="000000"/>
              </a:solidFill>
              <a:latin typeface="Calibri"/>
              <a:ea typeface="Calibri"/>
              <a:cs typeface="Calibri"/>
              <a:sym typeface="Calibri"/>
            </a:endParaRPr>
          </a:p>
        </p:txBody>
      </p:sp>
      <p:sp>
        <p:nvSpPr>
          <p:cNvPr id="291" name="Google Shape;291;p21"/>
          <p:cNvSpPr/>
          <p:nvPr/>
        </p:nvSpPr>
        <p:spPr>
          <a:xfrm>
            <a:off x="8010118" y="3612388"/>
            <a:ext cx="3118200" cy="486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02C"/>
              </a:buClr>
              <a:buSzPts val="1503"/>
              <a:buFont typeface="Arial"/>
              <a:buNone/>
            </a:pPr>
            <a:r>
              <a:rPr b="0" i="0" lang="en-US" sz="1503" u="none" cap="none" strike="noStrike">
                <a:solidFill>
                  <a:srgbClr val="1A202C"/>
                </a:solidFill>
                <a:latin typeface="Arial"/>
                <a:ea typeface="Arial"/>
                <a:cs typeface="Arial"/>
                <a:sym typeface="Arial"/>
              </a:rPr>
              <a:t>spaCy, pyresparser, NLTK</a:t>
            </a:r>
            <a:endParaRPr b="0" i="0" sz="1503" u="none" cap="none" strike="noStrike">
              <a:solidFill>
                <a:srgbClr val="000000"/>
              </a:solidFill>
              <a:latin typeface="Calibri"/>
              <a:ea typeface="Calibri"/>
              <a:cs typeface="Calibri"/>
              <a:sym typeface="Calibri"/>
            </a:endParaRPr>
          </a:p>
        </p:txBody>
      </p:sp>
      <p:sp>
        <p:nvSpPr>
          <p:cNvPr id="292" name="Google Shape;292;p21"/>
          <p:cNvSpPr/>
          <p:nvPr/>
        </p:nvSpPr>
        <p:spPr>
          <a:xfrm>
            <a:off x="6192149" y="4099001"/>
            <a:ext cx="5020500" cy="486600"/>
          </a:xfrm>
          <a:prstGeom prst="rect">
            <a:avLst/>
          </a:prstGeom>
          <a:solidFill>
            <a:srgbClr val="FFFFFF"/>
          </a:solidFill>
          <a:ln cap="flat" cmpd="sng" w="14675">
            <a:solidFill>
              <a:srgbClr val="CBD5E0"/>
            </a:solidFill>
            <a:prstDash val="solid"/>
            <a:round/>
            <a:headEnd len="sm" w="sm" type="none"/>
            <a:tailEnd len="sm" w="sm" type="none"/>
          </a:ln>
        </p:spPr>
        <p:txBody>
          <a:bodyPr anchorCtr="0" anchor="ctr" bIns="105675" lIns="105675" spcFirstLastPara="1" rIns="105675" wrap="square" tIns="105675">
            <a:noAutofit/>
          </a:bodyPr>
          <a:lstStyle/>
          <a:p>
            <a:pPr indent="0" lvl="0" marL="0" rtl="0" algn="l">
              <a:spcBef>
                <a:spcPts val="0"/>
              </a:spcBef>
              <a:spcAft>
                <a:spcPts val="0"/>
              </a:spcAft>
              <a:buNone/>
            </a:pPr>
            <a:r>
              <a:t/>
            </a:r>
            <a:endParaRPr/>
          </a:p>
        </p:txBody>
      </p:sp>
      <p:sp>
        <p:nvSpPr>
          <p:cNvPr id="293" name="Google Shape;293;p21"/>
          <p:cNvSpPr/>
          <p:nvPr/>
        </p:nvSpPr>
        <p:spPr>
          <a:xfrm>
            <a:off x="6297845" y="4099001"/>
            <a:ext cx="1691100" cy="486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65A82"/>
              </a:buClr>
              <a:buSzPts val="1503"/>
              <a:buFont typeface="Arial"/>
              <a:buNone/>
            </a:pPr>
            <a:r>
              <a:rPr b="1" i="0" lang="en-US" sz="1503" u="none" cap="none" strike="noStrike">
                <a:solidFill>
                  <a:srgbClr val="065A82"/>
                </a:solidFill>
                <a:latin typeface="Arial"/>
                <a:ea typeface="Arial"/>
                <a:cs typeface="Arial"/>
                <a:sym typeface="Arial"/>
              </a:rPr>
              <a:t>Database:</a:t>
            </a:r>
            <a:endParaRPr b="0" i="0" sz="1503" u="none" cap="none" strike="noStrike">
              <a:solidFill>
                <a:srgbClr val="000000"/>
              </a:solidFill>
              <a:latin typeface="Calibri"/>
              <a:ea typeface="Calibri"/>
              <a:cs typeface="Calibri"/>
              <a:sym typeface="Calibri"/>
            </a:endParaRPr>
          </a:p>
        </p:txBody>
      </p:sp>
      <p:sp>
        <p:nvSpPr>
          <p:cNvPr id="294" name="Google Shape;294;p21"/>
          <p:cNvSpPr/>
          <p:nvPr/>
        </p:nvSpPr>
        <p:spPr>
          <a:xfrm>
            <a:off x="8010118" y="4099001"/>
            <a:ext cx="3118200" cy="486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02C"/>
              </a:buClr>
              <a:buSzPts val="1503"/>
              <a:buFont typeface="Arial"/>
              <a:buNone/>
            </a:pPr>
            <a:r>
              <a:rPr b="0" i="0" lang="en-US" sz="1503" u="none" cap="none" strike="noStrike">
                <a:solidFill>
                  <a:srgbClr val="1A202C"/>
                </a:solidFill>
                <a:latin typeface="Arial"/>
                <a:ea typeface="Arial"/>
                <a:cs typeface="Arial"/>
                <a:sym typeface="Arial"/>
              </a:rPr>
              <a:t>MySQL 8.0+</a:t>
            </a:r>
            <a:endParaRPr b="0" i="0" sz="1503" u="none" cap="none" strike="noStrike">
              <a:solidFill>
                <a:srgbClr val="000000"/>
              </a:solidFill>
              <a:latin typeface="Calibri"/>
              <a:ea typeface="Calibri"/>
              <a:cs typeface="Calibri"/>
              <a:sym typeface="Calibri"/>
            </a:endParaRPr>
          </a:p>
        </p:txBody>
      </p:sp>
      <p:sp>
        <p:nvSpPr>
          <p:cNvPr id="295" name="Google Shape;295;p21"/>
          <p:cNvSpPr/>
          <p:nvPr/>
        </p:nvSpPr>
        <p:spPr>
          <a:xfrm>
            <a:off x="6192149" y="4585614"/>
            <a:ext cx="5020500" cy="486600"/>
          </a:xfrm>
          <a:prstGeom prst="rect">
            <a:avLst/>
          </a:prstGeom>
          <a:solidFill>
            <a:srgbClr val="E8F4FB"/>
          </a:solidFill>
          <a:ln cap="flat" cmpd="sng" w="14675">
            <a:solidFill>
              <a:srgbClr val="CBD5E0"/>
            </a:solidFill>
            <a:prstDash val="solid"/>
            <a:round/>
            <a:headEnd len="sm" w="sm" type="none"/>
            <a:tailEnd len="sm" w="sm" type="none"/>
          </a:ln>
        </p:spPr>
        <p:txBody>
          <a:bodyPr anchorCtr="0" anchor="ctr" bIns="105675" lIns="105675" spcFirstLastPara="1" rIns="105675" wrap="square" tIns="105675">
            <a:noAutofit/>
          </a:bodyPr>
          <a:lstStyle/>
          <a:p>
            <a:pPr indent="0" lvl="0" marL="0" rtl="0" algn="l">
              <a:spcBef>
                <a:spcPts val="0"/>
              </a:spcBef>
              <a:spcAft>
                <a:spcPts val="0"/>
              </a:spcAft>
              <a:buNone/>
            </a:pPr>
            <a:r>
              <a:t/>
            </a:r>
            <a:endParaRPr/>
          </a:p>
        </p:txBody>
      </p:sp>
      <p:sp>
        <p:nvSpPr>
          <p:cNvPr id="296" name="Google Shape;296;p21"/>
          <p:cNvSpPr/>
          <p:nvPr/>
        </p:nvSpPr>
        <p:spPr>
          <a:xfrm>
            <a:off x="6297845" y="4585614"/>
            <a:ext cx="1691100" cy="486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65A82"/>
              </a:buClr>
              <a:buSzPts val="1503"/>
              <a:buFont typeface="Arial"/>
              <a:buNone/>
            </a:pPr>
            <a:r>
              <a:rPr b="1" i="0" lang="en-US" sz="1503" u="none" cap="none" strike="noStrike">
                <a:solidFill>
                  <a:srgbClr val="065A82"/>
                </a:solidFill>
                <a:latin typeface="Arial"/>
                <a:ea typeface="Arial"/>
                <a:cs typeface="Arial"/>
                <a:sym typeface="Arial"/>
              </a:rPr>
              <a:t>PDF Parsing:</a:t>
            </a:r>
            <a:endParaRPr b="0" i="0" sz="1503" u="none" cap="none" strike="noStrike">
              <a:solidFill>
                <a:srgbClr val="000000"/>
              </a:solidFill>
              <a:latin typeface="Calibri"/>
              <a:ea typeface="Calibri"/>
              <a:cs typeface="Calibri"/>
              <a:sym typeface="Calibri"/>
            </a:endParaRPr>
          </a:p>
        </p:txBody>
      </p:sp>
      <p:sp>
        <p:nvSpPr>
          <p:cNvPr id="297" name="Google Shape;297;p21"/>
          <p:cNvSpPr/>
          <p:nvPr/>
        </p:nvSpPr>
        <p:spPr>
          <a:xfrm>
            <a:off x="8010118" y="4585614"/>
            <a:ext cx="3118200" cy="486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02C"/>
              </a:buClr>
              <a:buSzPts val="1503"/>
              <a:buFont typeface="Arial"/>
              <a:buNone/>
            </a:pPr>
            <a:r>
              <a:rPr b="0" i="0" lang="en-US" sz="1503" u="none" cap="none" strike="noStrike">
                <a:solidFill>
                  <a:srgbClr val="1A202C"/>
                </a:solidFill>
                <a:latin typeface="Arial"/>
                <a:ea typeface="Arial"/>
                <a:cs typeface="Arial"/>
                <a:sym typeface="Arial"/>
              </a:rPr>
              <a:t>PDFMiner3K, PyMuPDF</a:t>
            </a:r>
            <a:endParaRPr b="0" i="0" sz="1503" u="none" cap="none" strike="noStrike">
              <a:solidFill>
                <a:srgbClr val="000000"/>
              </a:solidFill>
              <a:latin typeface="Calibri"/>
              <a:ea typeface="Calibri"/>
              <a:cs typeface="Calibri"/>
              <a:sym typeface="Calibri"/>
            </a:endParaRPr>
          </a:p>
        </p:txBody>
      </p:sp>
      <p:sp>
        <p:nvSpPr>
          <p:cNvPr id="298" name="Google Shape;298;p21"/>
          <p:cNvSpPr/>
          <p:nvPr/>
        </p:nvSpPr>
        <p:spPr>
          <a:xfrm>
            <a:off x="6192149" y="5072227"/>
            <a:ext cx="5020500" cy="486600"/>
          </a:xfrm>
          <a:prstGeom prst="rect">
            <a:avLst/>
          </a:prstGeom>
          <a:solidFill>
            <a:srgbClr val="FFFFFF"/>
          </a:solidFill>
          <a:ln cap="flat" cmpd="sng" w="14675">
            <a:solidFill>
              <a:srgbClr val="CBD5E0"/>
            </a:solidFill>
            <a:prstDash val="solid"/>
            <a:round/>
            <a:headEnd len="sm" w="sm" type="none"/>
            <a:tailEnd len="sm" w="sm" type="none"/>
          </a:ln>
        </p:spPr>
        <p:txBody>
          <a:bodyPr anchorCtr="0" anchor="ctr" bIns="105675" lIns="105675" spcFirstLastPara="1" rIns="105675" wrap="square" tIns="105675">
            <a:noAutofit/>
          </a:bodyPr>
          <a:lstStyle/>
          <a:p>
            <a:pPr indent="0" lvl="0" marL="0" rtl="0" algn="l">
              <a:spcBef>
                <a:spcPts val="0"/>
              </a:spcBef>
              <a:spcAft>
                <a:spcPts val="0"/>
              </a:spcAft>
              <a:buNone/>
            </a:pPr>
            <a:r>
              <a:t/>
            </a:r>
            <a:endParaRPr/>
          </a:p>
        </p:txBody>
      </p:sp>
      <p:sp>
        <p:nvSpPr>
          <p:cNvPr id="299" name="Google Shape;299;p21"/>
          <p:cNvSpPr/>
          <p:nvPr/>
        </p:nvSpPr>
        <p:spPr>
          <a:xfrm>
            <a:off x="6297845" y="5072227"/>
            <a:ext cx="1691100" cy="486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65A82"/>
              </a:buClr>
              <a:buSzPts val="1503"/>
              <a:buFont typeface="Arial"/>
              <a:buNone/>
            </a:pPr>
            <a:r>
              <a:rPr b="1" i="0" lang="en-US" sz="1503" u="none" cap="none" strike="noStrike">
                <a:solidFill>
                  <a:srgbClr val="065A82"/>
                </a:solidFill>
                <a:latin typeface="Arial"/>
                <a:ea typeface="Arial"/>
                <a:cs typeface="Arial"/>
                <a:sym typeface="Arial"/>
              </a:rPr>
              <a:t>Data Handling:</a:t>
            </a:r>
            <a:endParaRPr b="0" i="0" sz="1503" u="none" cap="none" strike="noStrike">
              <a:solidFill>
                <a:srgbClr val="000000"/>
              </a:solidFill>
              <a:latin typeface="Calibri"/>
              <a:ea typeface="Calibri"/>
              <a:cs typeface="Calibri"/>
              <a:sym typeface="Calibri"/>
            </a:endParaRPr>
          </a:p>
        </p:txBody>
      </p:sp>
      <p:sp>
        <p:nvSpPr>
          <p:cNvPr id="300" name="Google Shape;300;p21"/>
          <p:cNvSpPr/>
          <p:nvPr/>
        </p:nvSpPr>
        <p:spPr>
          <a:xfrm>
            <a:off x="8010118" y="5072227"/>
            <a:ext cx="3118200" cy="486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02C"/>
              </a:buClr>
              <a:buSzPts val="1503"/>
              <a:buFont typeface="Arial"/>
              <a:buNone/>
            </a:pPr>
            <a:r>
              <a:rPr b="0" i="0" lang="en-US" sz="1503" u="none" cap="none" strike="noStrike">
                <a:solidFill>
                  <a:srgbClr val="1A202C"/>
                </a:solidFill>
                <a:latin typeface="Arial"/>
                <a:ea typeface="Arial"/>
                <a:cs typeface="Arial"/>
                <a:sym typeface="Arial"/>
              </a:rPr>
              <a:t>Pandas, NumPy</a:t>
            </a:r>
            <a:endParaRPr b="0" i="0" sz="1503" u="none" cap="none" strike="noStrike">
              <a:solidFill>
                <a:srgbClr val="000000"/>
              </a:solidFill>
              <a:latin typeface="Calibri"/>
              <a:ea typeface="Calibri"/>
              <a:cs typeface="Calibri"/>
              <a:sym typeface="Calibri"/>
            </a:endParaRPr>
          </a:p>
        </p:txBody>
      </p:sp>
      <p:sp>
        <p:nvSpPr>
          <p:cNvPr id="301" name="Google Shape;301;p21"/>
          <p:cNvSpPr/>
          <p:nvPr/>
        </p:nvSpPr>
        <p:spPr>
          <a:xfrm>
            <a:off x="6192149" y="5558840"/>
            <a:ext cx="5020500" cy="486600"/>
          </a:xfrm>
          <a:prstGeom prst="rect">
            <a:avLst/>
          </a:prstGeom>
          <a:solidFill>
            <a:srgbClr val="E8F4FB"/>
          </a:solidFill>
          <a:ln cap="flat" cmpd="sng" w="14675">
            <a:solidFill>
              <a:srgbClr val="CBD5E0"/>
            </a:solidFill>
            <a:prstDash val="solid"/>
            <a:round/>
            <a:headEnd len="sm" w="sm" type="none"/>
            <a:tailEnd len="sm" w="sm" type="none"/>
          </a:ln>
        </p:spPr>
        <p:txBody>
          <a:bodyPr anchorCtr="0" anchor="ctr" bIns="105675" lIns="105675" spcFirstLastPara="1" rIns="105675" wrap="square" tIns="105675">
            <a:noAutofit/>
          </a:bodyPr>
          <a:lstStyle/>
          <a:p>
            <a:pPr indent="0" lvl="0" marL="0" rtl="0" algn="l">
              <a:spcBef>
                <a:spcPts val="0"/>
              </a:spcBef>
              <a:spcAft>
                <a:spcPts val="0"/>
              </a:spcAft>
              <a:buNone/>
            </a:pPr>
            <a:r>
              <a:t/>
            </a:r>
            <a:endParaRPr/>
          </a:p>
        </p:txBody>
      </p:sp>
      <p:sp>
        <p:nvSpPr>
          <p:cNvPr id="302" name="Google Shape;302;p21"/>
          <p:cNvSpPr/>
          <p:nvPr/>
        </p:nvSpPr>
        <p:spPr>
          <a:xfrm>
            <a:off x="6297845" y="5558840"/>
            <a:ext cx="1691100" cy="486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65A82"/>
              </a:buClr>
              <a:buSzPts val="1503"/>
              <a:buFont typeface="Arial"/>
              <a:buNone/>
            </a:pPr>
            <a:r>
              <a:rPr b="1" i="0" lang="en-US" sz="1503" u="none" cap="none" strike="noStrike">
                <a:solidFill>
                  <a:srgbClr val="065A82"/>
                </a:solidFill>
                <a:latin typeface="Arial"/>
                <a:ea typeface="Arial"/>
                <a:cs typeface="Arial"/>
                <a:sym typeface="Arial"/>
              </a:rPr>
              <a:t>Visualization:</a:t>
            </a:r>
            <a:endParaRPr b="0" i="0" sz="1503" u="none" cap="none" strike="noStrike">
              <a:solidFill>
                <a:srgbClr val="000000"/>
              </a:solidFill>
              <a:latin typeface="Calibri"/>
              <a:ea typeface="Calibri"/>
              <a:cs typeface="Calibri"/>
              <a:sym typeface="Calibri"/>
            </a:endParaRPr>
          </a:p>
        </p:txBody>
      </p:sp>
      <p:sp>
        <p:nvSpPr>
          <p:cNvPr id="303" name="Google Shape;303;p21"/>
          <p:cNvSpPr/>
          <p:nvPr/>
        </p:nvSpPr>
        <p:spPr>
          <a:xfrm>
            <a:off x="8010118" y="5558840"/>
            <a:ext cx="3118200" cy="486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02C"/>
              </a:buClr>
              <a:buSzPts val="1503"/>
              <a:buFont typeface="Arial"/>
              <a:buNone/>
            </a:pPr>
            <a:r>
              <a:rPr b="0" i="0" lang="en-US" sz="1503" u="none" cap="none" strike="noStrike">
                <a:solidFill>
                  <a:srgbClr val="1A202C"/>
                </a:solidFill>
                <a:latin typeface="Arial"/>
                <a:ea typeface="Arial"/>
                <a:cs typeface="Arial"/>
                <a:sym typeface="Arial"/>
              </a:rPr>
              <a:t>Plotly, Matplotlib</a:t>
            </a:r>
            <a:endParaRPr b="0" i="0" sz="1503" u="none" cap="none" strike="noStrike">
              <a:solidFill>
                <a:srgbClr val="000000"/>
              </a:solidFill>
              <a:latin typeface="Calibri"/>
              <a:ea typeface="Calibri"/>
              <a:cs typeface="Calibri"/>
              <a:sym typeface="Calibri"/>
            </a:endParaRPr>
          </a:p>
        </p:txBody>
      </p:sp>
      <p:sp>
        <p:nvSpPr>
          <p:cNvPr id="304" name="Google Shape;304;p21"/>
          <p:cNvSpPr/>
          <p:nvPr/>
        </p:nvSpPr>
        <p:spPr>
          <a:xfrm>
            <a:off x="6192149" y="6045453"/>
            <a:ext cx="5020500" cy="486600"/>
          </a:xfrm>
          <a:prstGeom prst="rect">
            <a:avLst/>
          </a:prstGeom>
          <a:solidFill>
            <a:srgbClr val="FFFFFF"/>
          </a:solidFill>
          <a:ln cap="flat" cmpd="sng" w="14675">
            <a:solidFill>
              <a:srgbClr val="CBD5E0"/>
            </a:solidFill>
            <a:prstDash val="solid"/>
            <a:round/>
            <a:headEnd len="sm" w="sm" type="none"/>
            <a:tailEnd len="sm" w="sm" type="none"/>
          </a:ln>
        </p:spPr>
        <p:txBody>
          <a:bodyPr anchorCtr="0" anchor="ctr" bIns="105675" lIns="105675" spcFirstLastPara="1" rIns="105675" wrap="square" tIns="105675">
            <a:noAutofit/>
          </a:bodyPr>
          <a:lstStyle/>
          <a:p>
            <a:pPr indent="0" lvl="0" marL="0" rtl="0" algn="l">
              <a:spcBef>
                <a:spcPts val="0"/>
              </a:spcBef>
              <a:spcAft>
                <a:spcPts val="0"/>
              </a:spcAft>
              <a:buNone/>
            </a:pPr>
            <a:r>
              <a:t/>
            </a:r>
            <a:endParaRPr/>
          </a:p>
        </p:txBody>
      </p:sp>
      <p:sp>
        <p:nvSpPr>
          <p:cNvPr id="305" name="Google Shape;305;p21"/>
          <p:cNvSpPr/>
          <p:nvPr/>
        </p:nvSpPr>
        <p:spPr>
          <a:xfrm>
            <a:off x="6297845" y="6045453"/>
            <a:ext cx="1691100" cy="486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65A82"/>
              </a:buClr>
              <a:buSzPts val="1503"/>
              <a:buFont typeface="Arial"/>
              <a:buNone/>
            </a:pPr>
            <a:r>
              <a:rPr b="1" i="0" lang="en-US" sz="1503" u="none" cap="none" strike="noStrike">
                <a:solidFill>
                  <a:srgbClr val="065A82"/>
                </a:solidFill>
                <a:latin typeface="Arial"/>
                <a:ea typeface="Arial"/>
                <a:cs typeface="Arial"/>
                <a:sym typeface="Arial"/>
              </a:rPr>
              <a:t>Deployment:</a:t>
            </a:r>
            <a:endParaRPr b="0" i="0" sz="1503" u="none" cap="none" strike="noStrike">
              <a:solidFill>
                <a:srgbClr val="000000"/>
              </a:solidFill>
              <a:latin typeface="Calibri"/>
              <a:ea typeface="Calibri"/>
              <a:cs typeface="Calibri"/>
              <a:sym typeface="Calibri"/>
            </a:endParaRPr>
          </a:p>
        </p:txBody>
      </p:sp>
      <p:sp>
        <p:nvSpPr>
          <p:cNvPr id="306" name="Google Shape;306;p21"/>
          <p:cNvSpPr/>
          <p:nvPr/>
        </p:nvSpPr>
        <p:spPr>
          <a:xfrm>
            <a:off x="8010118" y="6045453"/>
            <a:ext cx="3118200" cy="486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02C"/>
              </a:buClr>
              <a:buSzPts val="1503"/>
              <a:buFont typeface="Arial"/>
              <a:buNone/>
            </a:pPr>
            <a:r>
              <a:rPr lang="en-US" sz="1503">
                <a:solidFill>
                  <a:srgbClr val="1A202C"/>
                </a:solidFill>
              </a:rPr>
              <a:t>local</a:t>
            </a:r>
            <a:endParaRPr b="0" i="0" sz="1503" u="none" cap="none" strike="noStrike">
              <a:solidFill>
                <a:srgbClr val="000000"/>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22"/>
          <p:cNvSpPr/>
          <p:nvPr/>
        </p:nvSpPr>
        <p:spPr>
          <a:xfrm>
            <a:off x="0" y="0"/>
            <a:ext cx="600000" cy="6858000"/>
          </a:xfrm>
          <a:prstGeom prst="rect">
            <a:avLst/>
          </a:prstGeom>
          <a:solidFill>
            <a:srgbClr val="0A7EA4"/>
          </a:solidFill>
          <a:ln cap="flat" cmpd="sng" w="16250">
            <a:solidFill>
              <a:srgbClr val="0A7EA4"/>
            </a:solidFill>
            <a:prstDash val="solid"/>
            <a:round/>
            <a:headEnd len="sm" w="sm" type="none"/>
            <a:tailEnd len="sm" w="sm" type="none"/>
          </a:ln>
        </p:spPr>
        <p:txBody>
          <a:bodyPr anchorCtr="0" anchor="ctr" bIns="116925" lIns="116925" spcFirstLastPara="1" rIns="116925" wrap="square" tIns="116925">
            <a:noAutofit/>
          </a:bodyPr>
          <a:lstStyle/>
          <a:p>
            <a:pPr indent="0" lvl="0" marL="0" rtl="0" algn="l">
              <a:spcBef>
                <a:spcPts val="0"/>
              </a:spcBef>
              <a:spcAft>
                <a:spcPts val="0"/>
              </a:spcAft>
              <a:buNone/>
            </a:pPr>
            <a:r>
              <a:t/>
            </a:r>
            <a:endParaRPr/>
          </a:p>
        </p:txBody>
      </p:sp>
      <p:sp>
        <p:nvSpPr>
          <p:cNvPr id="313" name="Google Shape;313;p22"/>
          <p:cNvSpPr/>
          <p:nvPr/>
        </p:nvSpPr>
        <p:spPr>
          <a:xfrm>
            <a:off x="50" y="0"/>
            <a:ext cx="12188700" cy="1158000"/>
          </a:xfrm>
          <a:prstGeom prst="rect">
            <a:avLst/>
          </a:prstGeom>
          <a:solidFill>
            <a:srgbClr val="0D1B2A"/>
          </a:solidFill>
          <a:ln cap="flat" cmpd="sng" w="16250">
            <a:solidFill>
              <a:srgbClr val="0D1B2A"/>
            </a:solidFill>
            <a:prstDash val="solid"/>
            <a:round/>
            <a:headEnd len="sm" w="sm" type="none"/>
            <a:tailEnd len="sm" w="sm" type="none"/>
          </a:ln>
        </p:spPr>
        <p:txBody>
          <a:bodyPr anchorCtr="0" anchor="ctr" bIns="116925" lIns="116925" spcFirstLastPara="1" rIns="116925" wrap="square" tIns="116925">
            <a:noAutofit/>
          </a:bodyPr>
          <a:lstStyle/>
          <a:p>
            <a:pPr indent="0" lvl="0" marL="0" rtl="0" algn="l">
              <a:spcBef>
                <a:spcPts val="0"/>
              </a:spcBef>
              <a:spcAft>
                <a:spcPts val="0"/>
              </a:spcAft>
              <a:buNone/>
            </a:pPr>
            <a:r>
              <a:t/>
            </a:r>
            <a:endParaRPr/>
          </a:p>
        </p:txBody>
      </p:sp>
      <p:sp>
        <p:nvSpPr>
          <p:cNvPr id="314" name="Google Shape;314;p22"/>
          <p:cNvSpPr/>
          <p:nvPr/>
        </p:nvSpPr>
        <p:spPr>
          <a:xfrm>
            <a:off x="878189" y="0"/>
            <a:ext cx="10594200" cy="1036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4092"/>
              <a:buFont typeface="Arial"/>
              <a:buNone/>
            </a:pPr>
            <a:r>
              <a:rPr b="1" i="0" lang="en-US" sz="4092" u="none" cap="none" strike="noStrike">
                <a:solidFill>
                  <a:srgbClr val="FFFFFF"/>
                </a:solidFill>
                <a:latin typeface="Arial"/>
                <a:ea typeface="Arial"/>
                <a:cs typeface="Arial"/>
                <a:sym typeface="Arial"/>
              </a:rPr>
              <a:t>Results and Conclusion</a:t>
            </a:r>
            <a:endParaRPr b="0" i="0" sz="4092" u="none" cap="none" strike="noStrike">
              <a:solidFill>
                <a:srgbClr val="000000"/>
              </a:solidFill>
              <a:latin typeface="Calibri"/>
              <a:ea typeface="Calibri"/>
              <a:cs typeface="Calibri"/>
              <a:sym typeface="Calibri"/>
            </a:endParaRPr>
          </a:p>
        </p:txBody>
      </p:sp>
      <p:sp>
        <p:nvSpPr>
          <p:cNvPr id="315" name="Google Shape;315;p22"/>
          <p:cNvSpPr/>
          <p:nvPr/>
        </p:nvSpPr>
        <p:spPr>
          <a:xfrm>
            <a:off x="175" y="6522650"/>
            <a:ext cx="12188700" cy="335400"/>
          </a:xfrm>
          <a:prstGeom prst="rect">
            <a:avLst/>
          </a:prstGeom>
          <a:solidFill>
            <a:srgbClr val="065A82"/>
          </a:solidFill>
          <a:ln cap="flat" cmpd="sng" w="16250">
            <a:solidFill>
              <a:srgbClr val="065A82"/>
            </a:solidFill>
            <a:prstDash val="solid"/>
            <a:round/>
            <a:headEnd len="sm" w="sm" type="none"/>
            <a:tailEnd len="sm" w="sm" type="none"/>
          </a:ln>
        </p:spPr>
        <p:txBody>
          <a:bodyPr anchorCtr="0" anchor="ctr" bIns="116925" lIns="116925" spcFirstLastPara="1" rIns="116925" wrap="square" tIns="116925">
            <a:noAutofit/>
          </a:bodyPr>
          <a:lstStyle/>
          <a:p>
            <a:pPr indent="0" lvl="0" marL="0" rtl="0" algn="l">
              <a:spcBef>
                <a:spcPts val="0"/>
              </a:spcBef>
              <a:spcAft>
                <a:spcPts val="0"/>
              </a:spcAft>
              <a:buNone/>
            </a:pPr>
            <a:r>
              <a:t/>
            </a:r>
            <a:endParaRPr/>
          </a:p>
        </p:txBody>
      </p:sp>
      <p:sp>
        <p:nvSpPr>
          <p:cNvPr id="316" name="Google Shape;316;p22"/>
          <p:cNvSpPr/>
          <p:nvPr/>
        </p:nvSpPr>
        <p:spPr>
          <a:xfrm>
            <a:off x="878189" y="6522650"/>
            <a:ext cx="10594200" cy="335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1"/>
              <a:buFont typeface="Arial"/>
              <a:buNone/>
            </a:pPr>
            <a:r>
              <a:rPr b="0" i="0" lang="en-US" sz="1151" u="none" cap="none" strike="noStrike">
                <a:solidFill>
                  <a:srgbClr val="FFFFFF"/>
                </a:solidFill>
                <a:latin typeface="Arial"/>
                <a:ea typeface="Arial"/>
                <a:cs typeface="Arial"/>
                <a:sym typeface="Arial"/>
              </a:rPr>
              <a:t>AI-Based Resume Screening and Job Recommendation System</a:t>
            </a:r>
            <a:endParaRPr b="0" i="0" sz="1151" u="none" cap="none" strike="noStrike">
              <a:solidFill>
                <a:srgbClr val="000000"/>
              </a:solidFill>
              <a:latin typeface="Calibri"/>
              <a:ea typeface="Calibri"/>
              <a:cs typeface="Calibri"/>
              <a:sym typeface="Calibri"/>
            </a:endParaRPr>
          </a:p>
        </p:txBody>
      </p:sp>
      <p:sp>
        <p:nvSpPr>
          <p:cNvPr id="317" name="Google Shape;317;p22"/>
          <p:cNvSpPr/>
          <p:nvPr/>
        </p:nvSpPr>
        <p:spPr>
          <a:xfrm>
            <a:off x="933374" y="1219176"/>
            <a:ext cx="9418500" cy="463200"/>
          </a:xfrm>
          <a:prstGeom prst="rect">
            <a:avLst/>
          </a:prstGeom>
          <a:noFill/>
          <a:ln>
            <a:noFill/>
          </a:ln>
        </p:spPr>
        <p:txBody>
          <a:bodyPr anchorCtr="0" anchor="t" bIns="64950" lIns="0" spcFirstLastPara="1" rIns="0" wrap="square" tIns="0">
            <a:noAutofit/>
          </a:bodyPr>
          <a:lstStyle/>
          <a:p>
            <a:pPr indent="0" lvl="0" marL="0" marR="0" rtl="0" algn="l">
              <a:spcBef>
                <a:spcPts val="0"/>
              </a:spcBef>
              <a:spcAft>
                <a:spcPts val="0"/>
              </a:spcAft>
              <a:buClr>
                <a:srgbClr val="065A82"/>
              </a:buClr>
              <a:buSzPts val="2302"/>
              <a:buFont typeface="Arial"/>
              <a:buNone/>
            </a:pPr>
            <a:r>
              <a:rPr b="1" i="0" lang="en-US" sz="2302" u="none" cap="none" strike="noStrike">
                <a:solidFill>
                  <a:srgbClr val="065A82"/>
                </a:solidFill>
                <a:latin typeface="Arial"/>
                <a:ea typeface="Arial"/>
                <a:cs typeface="Arial"/>
                <a:sym typeface="Arial"/>
              </a:rPr>
              <a:t>System Results</a:t>
            </a:r>
            <a:endParaRPr b="0" i="0" sz="2302" u="none" cap="none" strike="noStrike">
              <a:solidFill>
                <a:srgbClr val="000000"/>
              </a:solidFill>
              <a:latin typeface="Calibri"/>
              <a:ea typeface="Calibri"/>
              <a:cs typeface="Calibri"/>
              <a:sym typeface="Calibri"/>
            </a:endParaRPr>
          </a:p>
        </p:txBody>
      </p:sp>
      <p:sp>
        <p:nvSpPr>
          <p:cNvPr id="318" name="Google Shape;318;p22"/>
          <p:cNvSpPr/>
          <p:nvPr/>
        </p:nvSpPr>
        <p:spPr>
          <a:xfrm>
            <a:off x="933375" y="1743425"/>
            <a:ext cx="10371000" cy="1978500"/>
          </a:xfrm>
          <a:prstGeom prst="rect">
            <a:avLst/>
          </a:prstGeom>
          <a:noFill/>
          <a:ln>
            <a:noFill/>
          </a:ln>
        </p:spPr>
        <p:txBody>
          <a:bodyPr anchorCtr="0" anchor="t" bIns="0" lIns="0" spcFirstLastPara="1" rIns="0" wrap="square" tIns="0">
            <a:noAutofit/>
          </a:bodyPr>
          <a:lstStyle/>
          <a:p>
            <a:pPr indent="-419445" lvl="0" marL="438495" marR="0" rtl="0" algn="l">
              <a:spcBef>
                <a:spcPts val="0"/>
              </a:spcBef>
              <a:spcAft>
                <a:spcPts val="0"/>
              </a:spcAft>
              <a:buClr>
                <a:srgbClr val="1A202C"/>
              </a:buClr>
              <a:buSzPts val="1618"/>
              <a:buFont typeface="Arial"/>
              <a:buChar char="●"/>
            </a:pPr>
            <a:r>
              <a:rPr b="0" i="0" lang="en-US" sz="1618" u="none" cap="none" strike="noStrike">
                <a:solidFill>
                  <a:srgbClr val="1A202C"/>
                </a:solidFill>
                <a:latin typeface="Arial"/>
                <a:ea typeface="Arial"/>
                <a:cs typeface="Arial"/>
                <a:sym typeface="Arial"/>
              </a:rPr>
              <a:t>Successfully parses resumes across multiple domains: Data Science, Web Development, Android, iOS, and UI/UX Design.</a:t>
            </a:r>
            <a:endParaRPr b="0" i="0" sz="1618" u="none" cap="none" strike="noStrike">
              <a:solidFill>
                <a:srgbClr val="000000"/>
              </a:solidFill>
              <a:latin typeface="Calibri"/>
              <a:ea typeface="Calibri"/>
              <a:cs typeface="Calibri"/>
              <a:sym typeface="Calibri"/>
            </a:endParaRPr>
          </a:p>
          <a:p>
            <a:pPr indent="-419445" lvl="0" marL="438495" marR="0" rtl="0" algn="l">
              <a:spcBef>
                <a:spcPts val="0"/>
              </a:spcBef>
              <a:spcAft>
                <a:spcPts val="0"/>
              </a:spcAft>
              <a:buClr>
                <a:srgbClr val="1A202C"/>
              </a:buClr>
              <a:buSzPts val="1618"/>
              <a:buFont typeface="Arial"/>
              <a:buChar char="●"/>
            </a:pPr>
            <a:r>
              <a:rPr b="0" i="0" lang="en-US" sz="1618" u="none" cap="none" strike="noStrike">
                <a:solidFill>
                  <a:srgbClr val="1A202C"/>
                </a:solidFill>
                <a:latin typeface="Arial"/>
                <a:ea typeface="Arial"/>
                <a:cs typeface="Arial"/>
                <a:sym typeface="Arial"/>
              </a:rPr>
              <a:t>Accurately extracts name, contact details, skills, education, and experience using spaCy NER with over </a:t>
            </a:r>
            <a:r>
              <a:rPr lang="en-US" sz="1618">
                <a:solidFill>
                  <a:srgbClr val="1A202C"/>
                </a:solidFill>
              </a:rPr>
              <a:t>9</a:t>
            </a:r>
            <a:r>
              <a:rPr b="0" i="0" lang="en-US" sz="1618" u="none" cap="none" strike="noStrike">
                <a:solidFill>
                  <a:srgbClr val="1A202C"/>
                </a:solidFill>
                <a:latin typeface="Arial"/>
                <a:ea typeface="Arial"/>
                <a:cs typeface="Arial"/>
                <a:sym typeface="Arial"/>
              </a:rPr>
              <a:t>5%+ field detection accuracy.</a:t>
            </a:r>
            <a:endParaRPr b="0" i="0" sz="1618" u="none" cap="none" strike="noStrike">
              <a:solidFill>
                <a:srgbClr val="000000"/>
              </a:solidFill>
              <a:latin typeface="Calibri"/>
              <a:ea typeface="Calibri"/>
              <a:cs typeface="Calibri"/>
              <a:sym typeface="Calibri"/>
            </a:endParaRPr>
          </a:p>
          <a:p>
            <a:pPr indent="-419445" lvl="0" marL="438495" marR="0" rtl="0" algn="l">
              <a:spcBef>
                <a:spcPts val="0"/>
              </a:spcBef>
              <a:spcAft>
                <a:spcPts val="0"/>
              </a:spcAft>
              <a:buClr>
                <a:srgbClr val="1A202C"/>
              </a:buClr>
              <a:buSzPts val="1618"/>
              <a:buFont typeface="Arial"/>
              <a:buChar char="●"/>
            </a:pPr>
            <a:r>
              <a:rPr b="0" i="0" lang="en-US" sz="1618" u="none" cap="none" strike="noStrike">
                <a:solidFill>
                  <a:srgbClr val="1A202C"/>
                </a:solidFill>
                <a:latin typeface="Arial"/>
                <a:ea typeface="Arial"/>
                <a:cs typeface="Arial"/>
                <a:sym typeface="Arial"/>
              </a:rPr>
              <a:t>Resume scoring algorithm correctly differentiates Fresher, Intermediate, and Experienced candidates.</a:t>
            </a:r>
            <a:endParaRPr b="0" i="0" sz="1618" u="none" cap="none" strike="noStrike">
              <a:solidFill>
                <a:srgbClr val="000000"/>
              </a:solidFill>
              <a:latin typeface="Calibri"/>
              <a:ea typeface="Calibri"/>
              <a:cs typeface="Calibri"/>
              <a:sym typeface="Calibri"/>
            </a:endParaRPr>
          </a:p>
          <a:p>
            <a:pPr indent="-419445" lvl="0" marL="438495" marR="0" rtl="0" algn="l">
              <a:spcBef>
                <a:spcPts val="0"/>
              </a:spcBef>
              <a:spcAft>
                <a:spcPts val="0"/>
              </a:spcAft>
              <a:buClr>
                <a:srgbClr val="1A202C"/>
              </a:buClr>
              <a:buSzPts val="1618"/>
              <a:buFont typeface="Arial"/>
              <a:buChar char="●"/>
            </a:pPr>
            <a:r>
              <a:rPr b="0" i="0" lang="en-US" sz="1618" u="none" cap="none" strike="noStrike">
                <a:solidFill>
                  <a:srgbClr val="1A202C"/>
                </a:solidFill>
                <a:latin typeface="Arial"/>
                <a:ea typeface="Arial"/>
                <a:cs typeface="Arial"/>
                <a:sym typeface="Arial"/>
              </a:rPr>
              <a:t>Personalized course recommendations are generated with direct links, improving applicant engagement.</a:t>
            </a:r>
            <a:endParaRPr b="0" i="0" sz="1618" u="none" cap="none" strike="noStrike">
              <a:solidFill>
                <a:srgbClr val="000000"/>
              </a:solidFill>
              <a:latin typeface="Calibri"/>
              <a:ea typeface="Calibri"/>
              <a:cs typeface="Calibri"/>
              <a:sym typeface="Calibri"/>
            </a:endParaRPr>
          </a:p>
          <a:p>
            <a:pPr indent="-419445" lvl="0" marL="438495" marR="0" rtl="0" algn="l">
              <a:spcBef>
                <a:spcPts val="0"/>
              </a:spcBef>
              <a:spcAft>
                <a:spcPts val="0"/>
              </a:spcAft>
              <a:buClr>
                <a:srgbClr val="1A202C"/>
              </a:buClr>
              <a:buSzPts val="1618"/>
              <a:buFont typeface="Arial"/>
              <a:buChar char="●"/>
            </a:pPr>
            <a:r>
              <a:rPr b="0" i="0" lang="en-US" sz="1618" u="none" cap="none" strike="noStrike">
                <a:solidFill>
                  <a:srgbClr val="1A202C"/>
                </a:solidFill>
                <a:latin typeface="Arial"/>
                <a:ea typeface="Arial"/>
                <a:cs typeface="Arial"/>
                <a:sym typeface="Arial"/>
              </a:rPr>
              <a:t>Admin dashboard provides a comprehensive view of all applicant data exportable as CSV for HR analytics.</a:t>
            </a:r>
            <a:endParaRPr b="0" i="0" sz="1618" u="none" cap="none" strike="noStrike">
              <a:solidFill>
                <a:srgbClr val="000000"/>
              </a:solidFill>
              <a:latin typeface="Calibri"/>
              <a:ea typeface="Calibri"/>
              <a:cs typeface="Calibri"/>
              <a:sym typeface="Calibri"/>
            </a:endParaRPr>
          </a:p>
        </p:txBody>
      </p:sp>
      <p:sp>
        <p:nvSpPr>
          <p:cNvPr id="319" name="Google Shape;319;p22"/>
          <p:cNvSpPr/>
          <p:nvPr/>
        </p:nvSpPr>
        <p:spPr>
          <a:xfrm>
            <a:off x="933368" y="3721943"/>
            <a:ext cx="10483800" cy="463200"/>
          </a:xfrm>
          <a:prstGeom prst="rect">
            <a:avLst/>
          </a:prstGeom>
          <a:noFill/>
          <a:ln>
            <a:noFill/>
          </a:ln>
        </p:spPr>
        <p:txBody>
          <a:bodyPr anchorCtr="0" anchor="t" bIns="64950" lIns="0" spcFirstLastPara="1" rIns="0" wrap="square" tIns="0">
            <a:noAutofit/>
          </a:bodyPr>
          <a:lstStyle/>
          <a:p>
            <a:pPr indent="0" lvl="0" marL="0" marR="0" rtl="0" algn="l">
              <a:spcBef>
                <a:spcPts val="0"/>
              </a:spcBef>
              <a:spcAft>
                <a:spcPts val="0"/>
              </a:spcAft>
              <a:buClr>
                <a:srgbClr val="065A82"/>
              </a:buClr>
              <a:buSzPts val="2302"/>
              <a:buFont typeface="Arial"/>
              <a:buNone/>
            </a:pPr>
            <a:r>
              <a:rPr b="1" i="0" lang="en-US" sz="2302" u="none" cap="none" strike="noStrike">
                <a:solidFill>
                  <a:srgbClr val="065A82"/>
                </a:solidFill>
                <a:latin typeface="Arial"/>
                <a:ea typeface="Arial"/>
                <a:cs typeface="Arial"/>
                <a:sym typeface="Arial"/>
              </a:rPr>
              <a:t>Conclusion</a:t>
            </a:r>
            <a:endParaRPr b="0" i="0" sz="2302" u="none" cap="none" strike="noStrike">
              <a:solidFill>
                <a:srgbClr val="000000"/>
              </a:solidFill>
              <a:latin typeface="Calibri"/>
              <a:ea typeface="Calibri"/>
              <a:cs typeface="Calibri"/>
              <a:sym typeface="Calibri"/>
            </a:endParaRPr>
          </a:p>
        </p:txBody>
      </p:sp>
      <p:sp>
        <p:nvSpPr>
          <p:cNvPr id="320" name="Google Shape;320;p22"/>
          <p:cNvSpPr/>
          <p:nvPr/>
        </p:nvSpPr>
        <p:spPr>
          <a:xfrm>
            <a:off x="933375" y="4185153"/>
            <a:ext cx="10483800" cy="2297700"/>
          </a:xfrm>
          <a:prstGeom prst="rect">
            <a:avLst/>
          </a:prstGeom>
          <a:noFill/>
          <a:ln>
            <a:noFill/>
          </a:ln>
        </p:spPr>
        <p:txBody>
          <a:bodyPr anchorCtr="0" anchor="t" bIns="0" lIns="0" spcFirstLastPara="1" rIns="0" wrap="square" tIns="0">
            <a:noAutofit/>
          </a:bodyPr>
          <a:lstStyle/>
          <a:p>
            <a:pPr indent="0" lvl="0" marL="0" marR="0" rtl="0" algn="just">
              <a:spcBef>
                <a:spcPts val="0"/>
              </a:spcBef>
              <a:spcAft>
                <a:spcPts val="0"/>
              </a:spcAft>
              <a:buClr>
                <a:srgbClr val="1A202C"/>
              </a:buClr>
              <a:buSzPts val="1918"/>
              <a:buFont typeface="Arial"/>
              <a:buNone/>
            </a:pPr>
            <a:r>
              <a:rPr b="0" i="0" lang="en-US" sz="1918" u="none" cap="none" strike="noStrike">
                <a:solidFill>
                  <a:srgbClr val="1A202C"/>
                </a:solidFill>
                <a:latin typeface="Arial"/>
                <a:ea typeface="Arial"/>
                <a:cs typeface="Arial"/>
                <a:sym typeface="Arial"/>
              </a:rPr>
              <a:t>The AI-Based Resume Screening and Job Recommendation System successfully demonstrates the practical application of NLP and Machine Learning in automating the recruitment pipeline. By providing instant resume analysis, domain classification, experience-level prediction, and personalized recommendations, the system addresses the core inefficiencies of manual resume screening. Future enhancements may include integration of advanced transformer-based models (GPT/LL</a:t>
            </a:r>
            <a:r>
              <a:rPr lang="en-US" sz="1918">
                <a:solidFill>
                  <a:srgbClr val="1A202C"/>
                </a:solidFill>
              </a:rPr>
              <a:t>M</a:t>
            </a:r>
            <a:r>
              <a:rPr b="0" i="0" lang="en-US" sz="1918" u="none" cap="none" strike="noStrike">
                <a:solidFill>
                  <a:srgbClr val="1A202C"/>
                </a:solidFill>
                <a:latin typeface="Arial"/>
                <a:ea typeface="Arial"/>
                <a:cs typeface="Arial"/>
                <a:sym typeface="Arial"/>
              </a:rPr>
              <a:t>), real-time job portal API integration, and multi-language resume support to further broaden the system's applicability.</a:t>
            </a:r>
            <a:endParaRPr b="0" i="0" sz="1918" u="none" cap="none" strike="noStrike">
              <a:solidFill>
                <a:srgbClr val="000000"/>
              </a:solidFill>
              <a:latin typeface="Calibri"/>
              <a:ea typeface="Calibri"/>
              <a:cs typeface="Calibri"/>
              <a:sym typeface="Calibri"/>
            </a:endParaRPr>
          </a:p>
        </p:txBody>
      </p:sp>
      <p:sp>
        <p:nvSpPr>
          <p:cNvPr id="321" name="Google Shape;321;p22"/>
          <p:cNvSpPr/>
          <p:nvPr/>
        </p:nvSpPr>
        <p:spPr>
          <a:xfrm rot="5399273">
            <a:off x="9817482" y="3867300"/>
            <a:ext cx="4257000" cy="486000"/>
          </a:xfrm>
          <a:prstGeom prst="rect">
            <a:avLst/>
          </a:prstGeom>
          <a:solidFill>
            <a:srgbClr val="065A82"/>
          </a:solidFill>
          <a:ln cap="flat" cmpd="sng" w="16250">
            <a:solidFill>
              <a:srgbClr val="065A82"/>
            </a:solidFill>
            <a:prstDash val="solid"/>
            <a:round/>
            <a:headEnd len="sm" w="sm" type="none"/>
            <a:tailEnd len="sm" w="sm" type="none"/>
          </a:ln>
        </p:spPr>
        <p:txBody>
          <a:bodyPr anchorCtr="0" anchor="ctr" bIns="116925" lIns="116925" spcFirstLastPara="1" rIns="116925" wrap="square" tIns="116925">
            <a:noAutofit/>
          </a:bodyPr>
          <a:lstStyle/>
          <a:p>
            <a:pPr indent="0" lvl="0" marL="0" rtl="0" algn="l">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23"/>
          <p:cNvSpPr txBox="1"/>
          <p:nvPr>
            <p:ph type="title"/>
          </p:nvPr>
        </p:nvSpPr>
        <p:spPr>
          <a:xfrm>
            <a:off x="1522425" y="528450"/>
            <a:ext cx="9601200" cy="619500"/>
          </a:xfrm>
          <a:prstGeom prst="rect">
            <a:avLst/>
          </a:prstGeom>
        </p:spPr>
        <p:txBody>
          <a:bodyPr anchorCtr="0" anchor="b" bIns="45700" lIns="91425" spcFirstLastPara="1" rIns="91425" wrap="square" tIns="45700">
            <a:normAutofit/>
          </a:bodyPr>
          <a:lstStyle/>
          <a:p>
            <a:pPr indent="0" lvl="0" marL="0" rtl="0" algn="ctr">
              <a:spcBef>
                <a:spcPts val="0"/>
              </a:spcBef>
              <a:spcAft>
                <a:spcPts val="0"/>
              </a:spcAft>
              <a:buNone/>
            </a:pPr>
            <a:r>
              <a:rPr lang="en-US">
                <a:latin typeface="Arial"/>
                <a:ea typeface="Arial"/>
                <a:cs typeface="Arial"/>
                <a:sym typeface="Arial"/>
              </a:rPr>
              <a:t>References</a:t>
            </a:r>
            <a:endParaRPr>
              <a:latin typeface="Arial"/>
              <a:ea typeface="Arial"/>
              <a:cs typeface="Arial"/>
              <a:sym typeface="Arial"/>
            </a:endParaRPr>
          </a:p>
        </p:txBody>
      </p:sp>
      <p:sp>
        <p:nvSpPr>
          <p:cNvPr id="328" name="Google Shape;328;p23"/>
          <p:cNvSpPr/>
          <p:nvPr/>
        </p:nvSpPr>
        <p:spPr>
          <a:xfrm>
            <a:off x="769350" y="1238325"/>
            <a:ext cx="10629300" cy="527700"/>
          </a:xfrm>
          <a:prstGeom prst="rect">
            <a:avLst/>
          </a:prstGeom>
          <a:noFill/>
          <a:ln>
            <a:noFill/>
          </a:ln>
        </p:spPr>
        <p:txBody>
          <a:bodyPr anchorCtr="0" anchor="t" bIns="0" lIns="0" spcFirstLastPara="1" rIns="0" wrap="square" tIns="0">
            <a:noAutofit/>
          </a:bodyPr>
          <a:lstStyle/>
          <a:p>
            <a:pPr indent="0" lvl="0" marL="0" marR="0" rtl="0" algn="just">
              <a:spcBef>
                <a:spcPts val="0"/>
              </a:spcBef>
              <a:spcAft>
                <a:spcPts val="0"/>
              </a:spcAft>
              <a:buClr>
                <a:srgbClr val="1A202C"/>
              </a:buClr>
              <a:buSzPts val="1468"/>
              <a:buFont typeface="Times New Roman"/>
              <a:buNone/>
            </a:pPr>
            <a:r>
              <a:rPr b="0" i="0" lang="en-US" sz="1468" u="none" cap="none" strike="noStrike">
                <a:solidFill>
                  <a:srgbClr val="1A202C"/>
                </a:solidFill>
                <a:latin typeface="Times New Roman"/>
                <a:ea typeface="Times New Roman"/>
                <a:cs typeface="Times New Roman"/>
                <a:sym typeface="Times New Roman"/>
              </a:rPr>
              <a:t>[1] K. Liao, Z. Li, R. Ding, "Resume Parsing and Candidate Profiling Using Natural Language Processing," IEEE International Conference on Big Data, 2020.</a:t>
            </a:r>
            <a:endParaRPr b="0" i="0" sz="1468" u="none" cap="none" strike="noStrike">
              <a:solidFill>
                <a:srgbClr val="000000"/>
              </a:solidFill>
              <a:latin typeface="Calibri"/>
              <a:ea typeface="Calibri"/>
              <a:cs typeface="Calibri"/>
              <a:sym typeface="Calibri"/>
            </a:endParaRPr>
          </a:p>
        </p:txBody>
      </p:sp>
      <p:sp>
        <p:nvSpPr>
          <p:cNvPr id="329" name="Google Shape;329;p23"/>
          <p:cNvSpPr/>
          <p:nvPr/>
        </p:nvSpPr>
        <p:spPr>
          <a:xfrm>
            <a:off x="769350" y="1778628"/>
            <a:ext cx="10629300" cy="527700"/>
          </a:xfrm>
          <a:prstGeom prst="rect">
            <a:avLst/>
          </a:prstGeom>
          <a:noFill/>
          <a:ln>
            <a:noFill/>
          </a:ln>
        </p:spPr>
        <p:txBody>
          <a:bodyPr anchorCtr="0" anchor="t" bIns="0" lIns="0" spcFirstLastPara="1" rIns="0" wrap="square" tIns="0">
            <a:noAutofit/>
          </a:bodyPr>
          <a:lstStyle/>
          <a:p>
            <a:pPr indent="0" lvl="0" marL="0" marR="0" rtl="0" algn="just">
              <a:spcBef>
                <a:spcPts val="0"/>
              </a:spcBef>
              <a:spcAft>
                <a:spcPts val="0"/>
              </a:spcAft>
              <a:buClr>
                <a:srgbClr val="1A202C"/>
              </a:buClr>
              <a:buSzPts val="1468"/>
              <a:buFont typeface="Times New Roman"/>
              <a:buNone/>
            </a:pPr>
            <a:r>
              <a:rPr b="0" i="0" lang="en-US" sz="1468" u="none" cap="none" strike="noStrike">
                <a:solidFill>
                  <a:srgbClr val="1A202C"/>
                </a:solidFill>
                <a:latin typeface="Times New Roman"/>
                <a:ea typeface="Times New Roman"/>
                <a:cs typeface="Times New Roman"/>
                <a:sym typeface="Times New Roman"/>
              </a:rPr>
              <a:t>[2] R. Cekik, A. K. Uysal, "A New Named Entity Recognition Approach for Resume Parsing," Expert Systems with Applications, vol. 160, 2020.</a:t>
            </a:r>
            <a:endParaRPr b="0" i="0" sz="1468" u="none" cap="none" strike="noStrike">
              <a:solidFill>
                <a:srgbClr val="000000"/>
              </a:solidFill>
              <a:latin typeface="Calibri"/>
              <a:ea typeface="Calibri"/>
              <a:cs typeface="Calibri"/>
              <a:sym typeface="Calibri"/>
            </a:endParaRPr>
          </a:p>
        </p:txBody>
      </p:sp>
      <p:sp>
        <p:nvSpPr>
          <p:cNvPr id="330" name="Google Shape;330;p23"/>
          <p:cNvSpPr/>
          <p:nvPr/>
        </p:nvSpPr>
        <p:spPr>
          <a:xfrm>
            <a:off x="769350" y="2318932"/>
            <a:ext cx="10629300" cy="527700"/>
          </a:xfrm>
          <a:prstGeom prst="rect">
            <a:avLst/>
          </a:prstGeom>
          <a:noFill/>
          <a:ln>
            <a:noFill/>
          </a:ln>
        </p:spPr>
        <p:txBody>
          <a:bodyPr anchorCtr="0" anchor="t" bIns="0" lIns="0" spcFirstLastPara="1" rIns="0" wrap="square" tIns="0">
            <a:noAutofit/>
          </a:bodyPr>
          <a:lstStyle/>
          <a:p>
            <a:pPr indent="0" lvl="0" marL="0" marR="0" rtl="0" algn="just">
              <a:spcBef>
                <a:spcPts val="0"/>
              </a:spcBef>
              <a:spcAft>
                <a:spcPts val="0"/>
              </a:spcAft>
              <a:buClr>
                <a:srgbClr val="1A202C"/>
              </a:buClr>
              <a:buSzPts val="1468"/>
              <a:buFont typeface="Times New Roman"/>
              <a:buNone/>
            </a:pPr>
            <a:r>
              <a:rPr b="0" i="0" lang="en-US" sz="1468" u="none" cap="none" strike="noStrike">
                <a:solidFill>
                  <a:srgbClr val="1A202C"/>
                </a:solidFill>
                <a:latin typeface="Times New Roman"/>
                <a:ea typeface="Times New Roman"/>
                <a:cs typeface="Times New Roman"/>
                <a:sym typeface="Times New Roman"/>
              </a:rPr>
              <a:t>[3] H. Jain, A. Jain, V. Jain, "Resume Parser Using Natural Language Processing," International Journal of Computer Applications, vol. 182, 2018.</a:t>
            </a:r>
            <a:endParaRPr b="0" i="0" sz="1468" u="none" cap="none" strike="noStrike">
              <a:solidFill>
                <a:srgbClr val="000000"/>
              </a:solidFill>
              <a:latin typeface="Calibri"/>
              <a:ea typeface="Calibri"/>
              <a:cs typeface="Calibri"/>
              <a:sym typeface="Calibri"/>
            </a:endParaRPr>
          </a:p>
        </p:txBody>
      </p:sp>
      <p:sp>
        <p:nvSpPr>
          <p:cNvPr id="331" name="Google Shape;331;p23"/>
          <p:cNvSpPr/>
          <p:nvPr/>
        </p:nvSpPr>
        <p:spPr>
          <a:xfrm>
            <a:off x="769350" y="2859235"/>
            <a:ext cx="10629300" cy="527700"/>
          </a:xfrm>
          <a:prstGeom prst="rect">
            <a:avLst/>
          </a:prstGeom>
          <a:noFill/>
          <a:ln>
            <a:noFill/>
          </a:ln>
        </p:spPr>
        <p:txBody>
          <a:bodyPr anchorCtr="0" anchor="t" bIns="0" lIns="0" spcFirstLastPara="1" rIns="0" wrap="square" tIns="0">
            <a:noAutofit/>
          </a:bodyPr>
          <a:lstStyle/>
          <a:p>
            <a:pPr indent="0" lvl="0" marL="0" marR="0" rtl="0" algn="just">
              <a:spcBef>
                <a:spcPts val="0"/>
              </a:spcBef>
              <a:spcAft>
                <a:spcPts val="0"/>
              </a:spcAft>
              <a:buClr>
                <a:srgbClr val="1A202C"/>
              </a:buClr>
              <a:buSzPts val="1468"/>
              <a:buFont typeface="Times New Roman"/>
              <a:buNone/>
            </a:pPr>
            <a:r>
              <a:rPr b="0" i="0" lang="en-US" sz="1468" u="none" cap="none" strike="noStrike">
                <a:solidFill>
                  <a:srgbClr val="1A202C"/>
                </a:solidFill>
                <a:latin typeface="Times New Roman"/>
                <a:ea typeface="Times New Roman"/>
                <a:cs typeface="Times New Roman"/>
                <a:sym typeface="Times New Roman"/>
              </a:rPr>
              <a:t>[4] S. Nimbekar, Y. Patil, R. Patel, S. Raut, "Automated Resume Evaluation System Using Natural Language Processing," International Research Journal of Engineering and Technology, vol. 6, no. 4, 2019.</a:t>
            </a:r>
            <a:endParaRPr b="0" i="0" sz="1468" u="none" cap="none" strike="noStrike">
              <a:solidFill>
                <a:srgbClr val="000000"/>
              </a:solidFill>
              <a:latin typeface="Calibri"/>
              <a:ea typeface="Calibri"/>
              <a:cs typeface="Calibri"/>
              <a:sym typeface="Calibri"/>
            </a:endParaRPr>
          </a:p>
        </p:txBody>
      </p:sp>
      <p:sp>
        <p:nvSpPr>
          <p:cNvPr id="332" name="Google Shape;332;p23"/>
          <p:cNvSpPr/>
          <p:nvPr/>
        </p:nvSpPr>
        <p:spPr>
          <a:xfrm>
            <a:off x="769350" y="3399538"/>
            <a:ext cx="10629300" cy="527700"/>
          </a:xfrm>
          <a:prstGeom prst="rect">
            <a:avLst/>
          </a:prstGeom>
          <a:noFill/>
          <a:ln>
            <a:noFill/>
          </a:ln>
        </p:spPr>
        <p:txBody>
          <a:bodyPr anchorCtr="0" anchor="t" bIns="0" lIns="0" spcFirstLastPara="1" rIns="0" wrap="square" tIns="0">
            <a:noAutofit/>
          </a:bodyPr>
          <a:lstStyle/>
          <a:p>
            <a:pPr indent="0" lvl="0" marL="0" marR="0" rtl="0" algn="just">
              <a:spcBef>
                <a:spcPts val="0"/>
              </a:spcBef>
              <a:spcAft>
                <a:spcPts val="0"/>
              </a:spcAft>
              <a:buClr>
                <a:srgbClr val="1A202C"/>
              </a:buClr>
              <a:buSzPts val="1468"/>
              <a:buFont typeface="Times New Roman"/>
              <a:buNone/>
            </a:pPr>
            <a:r>
              <a:rPr b="0" i="0" lang="en-US" sz="1468" u="none" cap="none" strike="noStrike">
                <a:solidFill>
                  <a:srgbClr val="1A202C"/>
                </a:solidFill>
                <a:latin typeface="Times New Roman"/>
                <a:ea typeface="Times New Roman"/>
                <a:cs typeface="Times New Roman"/>
                <a:sym typeface="Times New Roman"/>
              </a:rPr>
              <a:t>[5] P. Deepak, "AI Resume Analyzer — A Tool for Resume Analysis, Predictions and Recommendations," GitHub Repository, Kirti College, B.Sc. CS Final Year Project, 2022-23. https://github.com/deepakpadhi986/AI-Resume-Analyzer</a:t>
            </a:r>
            <a:endParaRPr b="0" i="0" sz="1468" u="none" cap="none" strike="noStrike">
              <a:solidFill>
                <a:srgbClr val="000000"/>
              </a:solidFill>
              <a:latin typeface="Calibri"/>
              <a:ea typeface="Calibri"/>
              <a:cs typeface="Calibri"/>
              <a:sym typeface="Calibri"/>
            </a:endParaRPr>
          </a:p>
        </p:txBody>
      </p:sp>
      <p:sp>
        <p:nvSpPr>
          <p:cNvPr id="333" name="Google Shape;333;p23"/>
          <p:cNvSpPr/>
          <p:nvPr/>
        </p:nvSpPr>
        <p:spPr>
          <a:xfrm>
            <a:off x="769350" y="3939842"/>
            <a:ext cx="10629300" cy="527700"/>
          </a:xfrm>
          <a:prstGeom prst="rect">
            <a:avLst/>
          </a:prstGeom>
          <a:noFill/>
          <a:ln>
            <a:noFill/>
          </a:ln>
        </p:spPr>
        <p:txBody>
          <a:bodyPr anchorCtr="0" anchor="t" bIns="0" lIns="0" spcFirstLastPara="1" rIns="0" wrap="square" tIns="0">
            <a:noAutofit/>
          </a:bodyPr>
          <a:lstStyle/>
          <a:p>
            <a:pPr indent="0" lvl="0" marL="0" marR="0" rtl="0" algn="just">
              <a:spcBef>
                <a:spcPts val="0"/>
              </a:spcBef>
              <a:spcAft>
                <a:spcPts val="0"/>
              </a:spcAft>
              <a:buClr>
                <a:srgbClr val="1A202C"/>
              </a:buClr>
              <a:buSzPts val="1468"/>
              <a:buFont typeface="Times New Roman"/>
              <a:buNone/>
            </a:pPr>
            <a:r>
              <a:rPr b="0" i="0" lang="en-US" sz="1468" u="none" cap="none" strike="noStrike">
                <a:solidFill>
                  <a:srgbClr val="1A202C"/>
                </a:solidFill>
                <a:latin typeface="Times New Roman"/>
                <a:ea typeface="Times New Roman"/>
                <a:cs typeface="Times New Roman"/>
                <a:sym typeface="Times New Roman"/>
              </a:rPr>
              <a:t>[6] spaCy Industrial-Strength NLP, Explosion AI, 2023. Available: https://spacy.io</a:t>
            </a:r>
            <a:endParaRPr b="0" i="0" sz="1468" u="none" cap="none" strike="noStrike">
              <a:solidFill>
                <a:srgbClr val="000000"/>
              </a:solidFill>
              <a:latin typeface="Calibri"/>
              <a:ea typeface="Calibri"/>
              <a:cs typeface="Calibri"/>
              <a:sym typeface="Calibri"/>
            </a:endParaRPr>
          </a:p>
        </p:txBody>
      </p:sp>
      <p:sp>
        <p:nvSpPr>
          <p:cNvPr id="334" name="Google Shape;334;p23"/>
          <p:cNvSpPr/>
          <p:nvPr/>
        </p:nvSpPr>
        <p:spPr>
          <a:xfrm>
            <a:off x="769350" y="4480145"/>
            <a:ext cx="10629300" cy="527700"/>
          </a:xfrm>
          <a:prstGeom prst="rect">
            <a:avLst/>
          </a:prstGeom>
          <a:noFill/>
          <a:ln>
            <a:noFill/>
          </a:ln>
        </p:spPr>
        <p:txBody>
          <a:bodyPr anchorCtr="0" anchor="t" bIns="0" lIns="0" spcFirstLastPara="1" rIns="0" wrap="square" tIns="0">
            <a:noAutofit/>
          </a:bodyPr>
          <a:lstStyle/>
          <a:p>
            <a:pPr indent="0" lvl="0" marL="0" marR="0" rtl="0" algn="just">
              <a:spcBef>
                <a:spcPts val="0"/>
              </a:spcBef>
              <a:spcAft>
                <a:spcPts val="0"/>
              </a:spcAft>
              <a:buClr>
                <a:srgbClr val="1A202C"/>
              </a:buClr>
              <a:buSzPts val="1468"/>
              <a:buFont typeface="Times New Roman"/>
              <a:buNone/>
            </a:pPr>
            <a:r>
              <a:rPr b="0" i="0" lang="en-US" sz="1468" u="none" cap="none" strike="noStrike">
                <a:solidFill>
                  <a:srgbClr val="1A202C"/>
                </a:solidFill>
                <a:latin typeface="Times New Roman"/>
                <a:ea typeface="Times New Roman"/>
                <a:cs typeface="Times New Roman"/>
                <a:sym typeface="Times New Roman"/>
              </a:rPr>
              <a:t>[7] Streamlit Inc., "Streamlit: The fastest way to build and share data apps," 2023. Available: https://streamlit.io</a:t>
            </a:r>
            <a:endParaRPr b="0" i="0" sz="1468" u="none" cap="none" strike="noStrike">
              <a:solidFill>
                <a:srgbClr val="000000"/>
              </a:solidFill>
              <a:latin typeface="Calibri"/>
              <a:ea typeface="Calibri"/>
              <a:cs typeface="Calibri"/>
              <a:sym typeface="Calibri"/>
            </a:endParaRPr>
          </a:p>
        </p:txBody>
      </p:sp>
      <p:sp>
        <p:nvSpPr>
          <p:cNvPr id="335" name="Google Shape;335;p23"/>
          <p:cNvSpPr/>
          <p:nvPr/>
        </p:nvSpPr>
        <p:spPr>
          <a:xfrm>
            <a:off x="769350" y="5020449"/>
            <a:ext cx="10629300" cy="527700"/>
          </a:xfrm>
          <a:prstGeom prst="rect">
            <a:avLst/>
          </a:prstGeom>
          <a:noFill/>
          <a:ln>
            <a:noFill/>
          </a:ln>
        </p:spPr>
        <p:txBody>
          <a:bodyPr anchorCtr="0" anchor="t" bIns="0" lIns="0" spcFirstLastPara="1" rIns="0" wrap="square" tIns="0">
            <a:noAutofit/>
          </a:bodyPr>
          <a:lstStyle/>
          <a:p>
            <a:pPr indent="0" lvl="0" marL="0" marR="0" rtl="0" algn="just">
              <a:spcBef>
                <a:spcPts val="0"/>
              </a:spcBef>
              <a:spcAft>
                <a:spcPts val="0"/>
              </a:spcAft>
              <a:buClr>
                <a:srgbClr val="1A202C"/>
              </a:buClr>
              <a:buSzPts val="1468"/>
              <a:buFont typeface="Times New Roman"/>
              <a:buNone/>
            </a:pPr>
            <a:r>
              <a:rPr b="0" i="0" lang="en-US" sz="1468" u="none" cap="none" strike="noStrike">
                <a:solidFill>
                  <a:srgbClr val="1A202C"/>
                </a:solidFill>
                <a:latin typeface="Times New Roman"/>
                <a:ea typeface="Times New Roman"/>
                <a:cs typeface="Times New Roman"/>
                <a:sym typeface="Times New Roman"/>
              </a:rPr>
              <a:t>[8] A. Adrian, "AI-Powered Resume Analyzer built with React and Puter.js," GitHub Repository, 2024. https://github.com/adrianhajdin/ai-resume-analyzer</a:t>
            </a:r>
            <a:endParaRPr b="0" i="0" sz="1468" u="none" cap="none" strike="noStrike">
              <a:solidFill>
                <a:srgbClr val="000000"/>
              </a:solidFill>
              <a:latin typeface="Calibri"/>
              <a:ea typeface="Calibri"/>
              <a:cs typeface="Calibri"/>
              <a:sym typeface="Calibri"/>
            </a:endParaRPr>
          </a:p>
        </p:txBody>
      </p:sp>
      <p:sp>
        <p:nvSpPr>
          <p:cNvPr id="336" name="Google Shape;336;p23"/>
          <p:cNvSpPr/>
          <p:nvPr/>
        </p:nvSpPr>
        <p:spPr>
          <a:xfrm>
            <a:off x="769350" y="5560752"/>
            <a:ext cx="10629300" cy="527700"/>
          </a:xfrm>
          <a:prstGeom prst="rect">
            <a:avLst/>
          </a:prstGeom>
          <a:noFill/>
          <a:ln>
            <a:noFill/>
          </a:ln>
        </p:spPr>
        <p:txBody>
          <a:bodyPr anchorCtr="0" anchor="t" bIns="0" lIns="0" spcFirstLastPara="1" rIns="0" wrap="square" tIns="0">
            <a:noAutofit/>
          </a:bodyPr>
          <a:lstStyle/>
          <a:p>
            <a:pPr indent="0" lvl="0" marL="0" marR="0" rtl="0" algn="just">
              <a:spcBef>
                <a:spcPts val="0"/>
              </a:spcBef>
              <a:spcAft>
                <a:spcPts val="0"/>
              </a:spcAft>
              <a:buClr>
                <a:srgbClr val="1A202C"/>
              </a:buClr>
              <a:buSzPts val="1468"/>
              <a:buFont typeface="Times New Roman"/>
              <a:buNone/>
            </a:pPr>
            <a:r>
              <a:rPr b="0" i="0" lang="en-US" sz="1468" u="none" cap="none" strike="noStrike">
                <a:solidFill>
                  <a:srgbClr val="1A202C"/>
                </a:solidFill>
                <a:latin typeface="Times New Roman"/>
                <a:ea typeface="Times New Roman"/>
                <a:cs typeface="Times New Roman"/>
                <a:sym typeface="Times New Roman"/>
              </a:rPr>
              <a:t>[9] D. Du, X. Hu, "Steiner Tree Problems In Computer Communication Networks," World Scientific Publishing Company, 2008.</a:t>
            </a:r>
            <a:endParaRPr b="0" i="0" sz="1468" u="none" cap="none" strike="noStrike">
              <a:solidFill>
                <a:srgbClr val="000000"/>
              </a:solidFill>
              <a:latin typeface="Calibri"/>
              <a:ea typeface="Calibri"/>
              <a:cs typeface="Calibri"/>
              <a:sym typeface="Calibri"/>
            </a:endParaRPr>
          </a:p>
        </p:txBody>
      </p:sp>
      <p:sp>
        <p:nvSpPr>
          <p:cNvPr id="337" name="Google Shape;337;p23"/>
          <p:cNvSpPr/>
          <p:nvPr/>
        </p:nvSpPr>
        <p:spPr>
          <a:xfrm>
            <a:off x="769350" y="6101055"/>
            <a:ext cx="10629300" cy="527700"/>
          </a:xfrm>
          <a:prstGeom prst="rect">
            <a:avLst/>
          </a:prstGeom>
          <a:noFill/>
          <a:ln>
            <a:noFill/>
          </a:ln>
        </p:spPr>
        <p:txBody>
          <a:bodyPr anchorCtr="0" anchor="t" bIns="0" lIns="0" spcFirstLastPara="1" rIns="0" wrap="square" tIns="0">
            <a:noAutofit/>
          </a:bodyPr>
          <a:lstStyle/>
          <a:p>
            <a:pPr indent="0" lvl="0" marL="0" marR="0" rtl="0" algn="just">
              <a:spcBef>
                <a:spcPts val="0"/>
              </a:spcBef>
              <a:spcAft>
                <a:spcPts val="0"/>
              </a:spcAft>
              <a:buClr>
                <a:srgbClr val="1A202C"/>
              </a:buClr>
              <a:buSzPts val="1468"/>
              <a:buFont typeface="Times New Roman"/>
              <a:buNone/>
            </a:pPr>
            <a:r>
              <a:rPr b="0" i="0" lang="en-US" sz="1468" u="none" cap="none" strike="noStrike">
                <a:solidFill>
                  <a:srgbClr val="1A202C"/>
                </a:solidFill>
                <a:latin typeface="Times New Roman"/>
                <a:ea typeface="Times New Roman"/>
                <a:cs typeface="Times New Roman"/>
                <a:sym typeface="Times New Roman"/>
              </a:rPr>
              <a:t>[10] B. P. Lim, P. K. Chong, E. K. Karuppiah, Y. M. Yassin, A. Nazir, M. F. N. Batcha, "FARCREST: Euclidean Steiner Tree-based Cloud Service Latency Prediction System," in 10th Annual IEEE CCNC, 2013.</a:t>
            </a:r>
            <a:endParaRPr b="0" i="0" sz="1468" u="none" cap="none" strike="noStrike">
              <a:solidFill>
                <a:srgbClr val="000000"/>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24"/>
          <p:cNvSpPr txBox="1"/>
          <p:nvPr>
            <p:ph idx="1" type="body"/>
          </p:nvPr>
        </p:nvSpPr>
        <p:spPr>
          <a:xfrm>
            <a:off x="1379504" y="2667000"/>
            <a:ext cx="9601200" cy="4191000"/>
          </a:xfrm>
          <a:prstGeom prst="rect">
            <a:avLst/>
          </a:prstGeom>
          <a:noFill/>
          <a:ln>
            <a:noFill/>
          </a:ln>
        </p:spPr>
        <p:txBody>
          <a:bodyPr anchorCtr="0" anchor="t" bIns="45700" lIns="91425" spcFirstLastPara="1" rIns="91425" wrap="square" tIns="45700">
            <a:normAutofit/>
          </a:bodyPr>
          <a:lstStyle/>
          <a:p>
            <a:pPr indent="-223838" lvl="0" marL="223838" rtl="0" algn="ctr">
              <a:lnSpc>
                <a:spcPct val="90000"/>
              </a:lnSpc>
              <a:spcBef>
                <a:spcPts val="0"/>
              </a:spcBef>
              <a:spcAft>
                <a:spcPts val="0"/>
              </a:spcAft>
              <a:buSzPts val="8800"/>
              <a:buNone/>
            </a:pPr>
            <a:r>
              <a:rPr lang="en-US" sz="8800">
                <a:solidFill>
                  <a:srgbClr val="6D1D6B"/>
                </a:solidFill>
              </a:rPr>
              <a:t>Thank You</a:t>
            </a:r>
            <a:endParaRPr/>
          </a:p>
        </p:txBody>
      </p:sp>
      <p:sp>
        <p:nvSpPr>
          <p:cNvPr id="343" name="Google Shape;343;p24"/>
          <p:cNvSpPr txBox="1"/>
          <p:nvPr>
            <p:ph idx="11" type="ftr"/>
          </p:nvPr>
        </p:nvSpPr>
        <p:spPr>
          <a:xfrm>
            <a:off x="1517950" y="6172200"/>
            <a:ext cx="6862462" cy="273049"/>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Mini PROJECT 25-26</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25"/>
          <p:cNvSpPr txBox="1"/>
          <p:nvPr>
            <p:ph type="title"/>
          </p:nvPr>
        </p:nvSpPr>
        <p:spPr>
          <a:xfrm>
            <a:off x="1522414" y="533400"/>
            <a:ext cx="9601200" cy="11430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2"/>
              </a:buClr>
              <a:buSzPts val="3200"/>
              <a:buFont typeface="Arial"/>
              <a:buNone/>
            </a:pPr>
            <a:r>
              <a:rPr lang="en-US">
                <a:latin typeface="Arial"/>
                <a:ea typeface="Arial"/>
                <a:cs typeface="Arial"/>
                <a:sym typeface="Arial"/>
              </a:rPr>
              <a:t>Feedback from the Panel</a:t>
            </a:r>
            <a:endParaRPr/>
          </a:p>
        </p:txBody>
      </p:sp>
      <p:sp>
        <p:nvSpPr>
          <p:cNvPr id="349" name="Google Shape;349;p25"/>
          <p:cNvSpPr txBox="1"/>
          <p:nvPr>
            <p:ph idx="1" type="body"/>
          </p:nvPr>
        </p:nvSpPr>
        <p:spPr>
          <a:xfrm>
            <a:off x="1522414" y="1828800"/>
            <a:ext cx="9601200" cy="4191000"/>
          </a:xfrm>
          <a:prstGeom prst="rect">
            <a:avLst/>
          </a:prstGeom>
          <a:noFill/>
          <a:ln>
            <a:noFill/>
          </a:ln>
        </p:spPr>
        <p:txBody>
          <a:bodyPr anchorCtr="0" anchor="t" bIns="45700" lIns="91425" spcFirstLastPara="1" rIns="91425" wrap="square" tIns="45700">
            <a:normAutofit/>
          </a:bodyPr>
          <a:lstStyle/>
          <a:p>
            <a:pPr indent="-96838" lvl="0" marL="223838" rtl="0" algn="l">
              <a:lnSpc>
                <a:spcPct val="90000"/>
              </a:lnSpc>
              <a:spcBef>
                <a:spcPts val="0"/>
              </a:spcBef>
              <a:spcAft>
                <a:spcPts val="0"/>
              </a:spcAft>
              <a:buSzPts val="2000"/>
              <a:buNone/>
            </a:pPr>
            <a:r>
              <a:t/>
            </a:r>
            <a:endParaRPr>
              <a:latin typeface="Arial"/>
              <a:ea typeface="Arial"/>
              <a:cs typeface="Arial"/>
              <a:sym typeface="Arial"/>
            </a:endParaRPr>
          </a:p>
          <a:p>
            <a:pPr indent="-223838" lvl="0" marL="223838" rtl="0" algn="l">
              <a:lnSpc>
                <a:spcPct val="90000"/>
              </a:lnSpc>
              <a:spcBef>
                <a:spcPts val="1800"/>
              </a:spcBef>
              <a:spcAft>
                <a:spcPts val="0"/>
              </a:spcAft>
              <a:buSzPts val="2000"/>
              <a:buChar char="•"/>
            </a:pPr>
            <a:r>
              <a:rPr lang="en-US">
                <a:latin typeface="Arial"/>
                <a:ea typeface="Arial"/>
                <a:cs typeface="Arial"/>
                <a:sym typeface="Arial"/>
              </a:rPr>
              <a:t>The panel wants the team to :</a:t>
            </a:r>
            <a:endParaRPr/>
          </a:p>
          <a:p>
            <a:pPr indent="-96838" lvl="0" marL="223838" rtl="0" algn="l">
              <a:lnSpc>
                <a:spcPct val="90000"/>
              </a:lnSpc>
              <a:spcBef>
                <a:spcPts val="1800"/>
              </a:spcBef>
              <a:spcAft>
                <a:spcPts val="0"/>
              </a:spcAft>
              <a:buSzPts val="2000"/>
              <a:buNone/>
            </a:pPr>
            <a:r>
              <a:t/>
            </a:r>
            <a:endParaRPr>
              <a:latin typeface="Arial"/>
              <a:ea typeface="Arial"/>
              <a:cs typeface="Arial"/>
              <a:sym typeface="Arial"/>
            </a:endParaRPr>
          </a:p>
        </p:txBody>
      </p:sp>
      <p:sp>
        <p:nvSpPr>
          <p:cNvPr id="350" name="Google Shape;350;p25"/>
          <p:cNvSpPr txBox="1"/>
          <p:nvPr>
            <p:ph idx="11" type="ftr"/>
          </p:nvPr>
        </p:nvSpPr>
        <p:spPr>
          <a:xfrm>
            <a:off x="1517950" y="6172200"/>
            <a:ext cx="6862462" cy="273049"/>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Mini PROJECT 25-26</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Vertical and Horizontal design template">
  <a:themeElements>
    <a:clrScheme name="Violet II">
      <a:dk1>
        <a:srgbClr val="000000"/>
      </a:dk1>
      <a:lt1>
        <a:srgbClr val="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Violet II">
      <a:dk1>
        <a:srgbClr val="000000"/>
      </a:dk1>
      <a:lt1>
        <a:srgbClr val="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